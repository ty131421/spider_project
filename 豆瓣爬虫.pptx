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3"/>
  </p:sldMasterIdLst>
  <p:notesMasterIdLst>
    <p:notesMasterId r:id="rId5"/>
  </p:notesMasterIdLst>
  <p:sldIdLst>
    <p:sldId id="256" r:id="rId4"/>
    <p:sldId id="258" r:id="rId6"/>
    <p:sldId id="300" r:id="rId7"/>
    <p:sldId id="313" r:id="rId8"/>
    <p:sldId id="314" r:id="rId9"/>
    <p:sldId id="306" r:id="rId10"/>
    <p:sldId id="322" r:id="rId11"/>
    <p:sldId id="302" r:id="rId12"/>
    <p:sldId id="324" r:id="rId13"/>
    <p:sldId id="323" r:id="rId14"/>
    <p:sldId id="327" r:id="rId15"/>
    <p:sldId id="328" r:id="rId16"/>
    <p:sldId id="297" r:id="rId17"/>
  </p:sldIdLst>
  <p:sldSz cx="12192000" cy="6858000"/>
  <p:notesSz cx="6858000" cy="9144000"/>
  <p:custDataLst>
    <p:tags r:id="rId21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6" userDrawn="1">
          <p15:clr>
            <a:srgbClr val="A4A3A4"/>
          </p15:clr>
        </p15:guide>
        <p15:guide id="2" pos="383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156" d="100"/>
          <a:sy n="156" d="100"/>
        </p:scale>
        <p:origin x="222" y="150"/>
      </p:cViewPr>
      <p:guideLst>
        <p:guide orient="horz" pos="2186"/>
        <p:guide pos="383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1" Type="http://schemas.openxmlformats.org/officeDocument/2006/relationships/tags" Target="tags/tag17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BCFE7D-8F55-4EE8-8149-5D8520A0AA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28782A-40BF-4B90-AD78-793C0652107B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BA0C8795-E1E0-49C7-9A53-0E7622B6636B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BA0C8795-E1E0-49C7-9A53-0E7622B6636B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EAE957F4-C668-4BE6-9682-0EA15B621BE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EAE957F4-C668-4BE6-9682-0EA15B621BE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EAE957F4-C668-4BE6-9682-0EA15B621BE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EAE957F4-C668-4BE6-9682-0EA15B621BE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EAE957F4-C668-4BE6-9682-0EA15B621BE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EAE957F4-C668-4BE6-9682-0EA15B621BE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EAE957F4-C668-4BE6-9682-0EA15B621BE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EAE957F4-C668-4BE6-9682-0EA15B621BE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EAE957F4-C668-4BE6-9682-0EA15B621BE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EAE957F4-C668-4BE6-9682-0EA15B621BE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BA0C8795-E1E0-49C7-9A53-0E7622B6636B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44B59F-3D32-4799-9C43-690FA611DB0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CBA52-F395-404E-9003-5F6E4E9DDB35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44B59F-3D32-4799-9C43-690FA611DB0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CBA52-F395-404E-9003-5F6E4E9DDB35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44B59F-3D32-4799-9C43-690FA611DB0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CBA52-F395-404E-9003-5F6E4E9DDB35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</p:nvPr>
        </p:nvSpPr>
        <p:spPr>
          <a:xfrm>
            <a:off x="838200" y="1825625"/>
            <a:ext cx="5181600" cy="4351339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6172200" y="1825625"/>
            <a:ext cx="5181600" cy="4351339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44B59F-3D32-4799-9C43-690FA611DB0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CBA52-F395-404E-9003-5F6E4E9DDB35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 hasCustomPrompt="1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44B59F-3D32-4799-9C43-690FA611DB0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CBA52-F395-404E-9003-5F6E4E9DDB35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44B59F-3D32-4799-9C43-690FA611DB0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CBA52-F395-404E-9003-5F6E4E9DDB35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44B59F-3D32-4799-9C43-690FA611DB0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CBA52-F395-404E-9003-5F6E4E9DDB35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44B59F-3D32-4799-9C43-690FA611DB0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CBA52-F395-404E-9003-5F6E4E9DDB35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44B59F-3D32-4799-9C43-690FA611DB0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CBA52-F395-404E-9003-5F6E4E9DDB35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44B59F-3D32-4799-9C43-690FA611DB0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CBA52-F395-404E-9003-5F6E4E9DDB35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1" y="365126"/>
            <a:ext cx="2628900" cy="5811839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>
          <a:xfrm>
            <a:off x="838201" y="365126"/>
            <a:ext cx="7734300" cy="5811839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44B59F-3D32-4799-9C43-690FA611DB0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CBA52-F395-404E-9003-5F6E4E9DDB35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144"/>
            <a:ext cx="12192000" cy="6839712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1952" y="3439887"/>
            <a:ext cx="4231533" cy="488564"/>
          </a:xfrm>
          <a:prstGeom prst="rect">
            <a:avLst/>
          </a:prstGeom>
        </p:spPr>
      </p:pic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60F58-3108-4415-857A-6D0360DF626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E85CE2-CEAD-46BB-861E-7D62265DC969}" type="slidenum">
              <a:rPr lang="zh-CN" altLang="en-US" smtClean="0"/>
            </a:fld>
            <a:endParaRPr lang="zh-CN" alt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0285" y="2098781"/>
            <a:ext cx="6258560" cy="1310327"/>
          </a:xfrm>
        </p:spPr>
        <p:txBody>
          <a:bodyPr anchor="b">
            <a:noAutofit/>
          </a:bodyPr>
          <a:lstStyle>
            <a:lvl1pPr algn="ctr">
              <a:lnSpc>
                <a:spcPct val="80000"/>
              </a:lnSpc>
              <a:defRPr sz="4080" b="0" i="0">
                <a:gradFill flip="none" rotWithShape="1">
                  <a:gsLst>
                    <a:gs pos="0">
                      <a:srgbClr val="ED3E43"/>
                    </a:gs>
                    <a:gs pos="50000">
                      <a:schemeClr val="accent1">
                        <a:lumMod val="75000"/>
                        <a:shade val="67500"/>
                        <a:satMod val="115000"/>
                      </a:schemeClr>
                    </a:gs>
                    <a:gs pos="100000">
                      <a:schemeClr val="accent1">
                        <a:lumMod val="75000"/>
                        <a:shade val="100000"/>
                        <a:satMod val="115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/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97878" y="3468466"/>
            <a:ext cx="4075609" cy="423361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80">
                <a:solidFill>
                  <a:schemeClr val="accent2">
                    <a:lumMod val="50000"/>
                  </a:schemeClr>
                </a:solidFill>
              </a:defRPr>
            </a:lvl1pPr>
            <a:lvl2pPr marL="427990" indent="0" algn="ctr">
              <a:buNone/>
              <a:defRPr sz="1920"/>
            </a:lvl2pPr>
            <a:lvl3pPr marL="855980" indent="0" algn="ctr">
              <a:buNone/>
              <a:defRPr sz="1680"/>
            </a:lvl3pPr>
            <a:lvl4pPr marL="1283970" indent="0" algn="ctr">
              <a:buNone/>
              <a:defRPr sz="1440"/>
            </a:lvl4pPr>
            <a:lvl5pPr marL="1711960" indent="0" algn="ctr">
              <a:buNone/>
              <a:defRPr sz="1440"/>
            </a:lvl5pPr>
            <a:lvl6pPr marL="2139950" indent="0" algn="ctr">
              <a:buNone/>
              <a:defRPr sz="1440"/>
            </a:lvl6pPr>
            <a:lvl7pPr marL="2567305" indent="0" algn="ctr">
              <a:buNone/>
              <a:defRPr sz="1440"/>
            </a:lvl7pPr>
            <a:lvl8pPr marL="2995295" indent="0" algn="ctr">
              <a:buNone/>
              <a:defRPr sz="1440"/>
            </a:lvl8pPr>
            <a:lvl9pPr marL="3423285" indent="0" algn="ctr">
              <a:buNone/>
              <a:defRPr sz="144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D0CE79-49FB-443D-BEF8-6B709DE8FD0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06490-237C-474C-BA2E-D98840BC1F8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2786745"/>
            <a:ext cx="10515600" cy="1070339"/>
          </a:xfrm>
        </p:spPr>
        <p:txBody>
          <a:bodyPr anchor="b"/>
          <a:lstStyle>
            <a:lvl1pPr>
              <a:defRPr sz="444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3884070"/>
            <a:ext cx="10515600" cy="611731"/>
          </a:xfrm>
        </p:spPr>
        <p:txBody>
          <a:bodyPr/>
          <a:lstStyle>
            <a:lvl1pPr marL="0" indent="0">
              <a:buNone/>
              <a:defRPr sz="2280">
                <a:solidFill>
                  <a:schemeClr val="accent2"/>
                </a:solidFill>
              </a:defRPr>
            </a:lvl1pPr>
            <a:lvl2pPr marL="42799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2pPr>
            <a:lvl3pPr marL="85598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3pPr>
            <a:lvl4pPr marL="1283970" indent="0">
              <a:buNone/>
              <a:defRPr sz="1440">
                <a:solidFill>
                  <a:schemeClr val="tx1">
                    <a:tint val="75000"/>
                  </a:schemeClr>
                </a:solidFill>
              </a:defRPr>
            </a:lvl4pPr>
            <a:lvl5pPr marL="1711960" indent="0">
              <a:buNone/>
              <a:defRPr sz="1440">
                <a:solidFill>
                  <a:schemeClr val="tx1">
                    <a:tint val="75000"/>
                  </a:schemeClr>
                </a:solidFill>
              </a:defRPr>
            </a:lvl5pPr>
            <a:lvl6pPr marL="2139950" indent="0">
              <a:buNone/>
              <a:defRPr sz="1440">
                <a:solidFill>
                  <a:schemeClr val="tx1">
                    <a:tint val="75000"/>
                  </a:schemeClr>
                </a:solidFill>
              </a:defRPr>
            </a:lvl6pPr>
            <a:lvl7pPr marL="2567305" indent="0">
              <a:buNone/>
              <a:defRPr sz="1440">
                <a:solidFill>
                  <a:schemeClr val="tx1">
                    <a:tint val="75000"/>
                  </a:schemeClr>
                </a:solidFill>
              </a:defRPr>
            </a:lvl7pPr>
            <a:lvl8pPr marL="2995295" indent="0">
              <a:buNone/>
              <a:defRPr sz="1440">
                <a:solidFill>
                  <a:schemeClr val="tx1">
                    <a:tint val="75000"/>
                  </a:schemeClr>
                </a:solidFill>
              </a:defRPr>
            </a:lvl8pPr>
            <a:lvl9pPr marL="3423285" indent="0">
              <a:buNone/>
              <a:defRPr sz="144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D0CE79-49FB-443D-BEF8-6B709DE8FD0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06490-237C-474C-BA2E-D98840BC1F8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D0CE79-49FB-443D-BEF8-6B709DE8FD0C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06490-237C-474C-BA2E-D98840BC1F8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9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280" b="1"/>
            </a:lvl1pPr>
            <a:lvl2pPr marL="427990" indent="0">
              <a:buNone/>
              <a:defRPr sz="1920" b="1"/>
            </a:lvl2pPr>
            <a:lvl3pPr marL="855980" indent="0">
              <a:buNone/>
              <a:defRPr sz="1680" b="1"/>
            </a:lvl3pPr>
            <a:lvl4pPr marL="1283970" indent="0">
              <a:buNone/>
              <a:defRPr sz="1440" b="1"/>
            </a:lvl4pPr>
            <a:lvl5pPr marL="1711960" indent="0">
              <a:buNone/>
              <a:defRPr sz="1440" b="1"/>
            </a:lvl5pPr>
            <a:lvl6pPr marL="2139950" indent="0">
              <a:buNone/>
              <a:defRPr sz="1440" b="1"/>
            </a:lvl6pPr>
            <a:lvl7pPr marL="2567305" indent="0">
              <a:buNone/>
              <a:defRPr sz="1440" b="1"/>
            </a:lvl7pPr>
            <a:lvl8pPr marL="2995295" indent="0">
              <a:buNone/>
              <a:defRPr sz="1440" b="1"/>
            </a:lvl8pPr>
            <a:lvl9pPr marL="3423285" indent="0">
              <a:buNone/>
              <a:defRPr sz="144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7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3" y="1681163"/>
            <a:ext cx="5183188" cy="823912"/>
          </a:xfrm>
        </p:spPr>
        <p:txBody>
          <a:bodyPr anchor="b"/>
          <a:lstStyle>
            <a:lvl1pPr marL="0" indent="0">
              <a:buNone/>
              <a:defRPr sz="2280" b="1"/>
            </a:lvl1pPr>
            <a:lvl2pPr marL="427990" indent="0">
              <a:buNone/>
              <a:defRPr sz="1920" b="1"/>
            </a:lvl2pPr>
            <a:lvl3pPr marL="855980" indent="0">
              <a:buNone/>
              <a:defRPr sz="1680" b="1"/>
            </a:lvl3pPr>
            <a:lvl4pPr marL="1283970" indent="0">
              <a:buNone/>
              <a:defRPr sz="1440" b="1"/>
            </a:lvl4pPr>
            <a:lvl5pPr marL="1711960" indent="0">
              <a:buNone/>
              <a:defRPr sz="1440" b="1"/>
            </a:lvl5pPr>
            <a:lvl6pPr marL="2139950" indent="0">
              <a:buNone/>
              <a:defRPr sz="1440" b="1"/>
            </a:lvl6pPr>
            <a:lvl7pPr marL="2567305" indent="0">
              <a:buNone/>
              <a:defRPr sz="1440" b="1"/>
            </a:lvl7pPr>
            <a:lvl8pPr marL="2995295" indent="0">
              <a:buNone/>
              <a:defRPr sz="1440" b="1"/>
            </a:lvl8pPr>
            <a:lvl9pPr marL="3423285" indent="0">
              <a:buNone/>
              <a:defRPr sz="144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3" y="2505077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60F58-3108-4415-857A-6D0360DF626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E85CE2-CEAD-46BB-861E-7D62265DC96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D0CE79-49FB-443D-BEF8-6B709DE8FD0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06490-237C-474C-BA2E-D98840BC1F8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D0CE79-49FB-443D-BEF8-6B709DE8FD0C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06490-237C-474C-BA2E-D98840BC1F8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>
              <a:defRPr sz="3000"/>
            </a:lvl1pPr>
            <a:lvl2pPr>
              <a:defRPr sz="2640"/>
            </a:lvl2pPr>
            <a:lvl3pPr>
              <a:defRPr sz="2280"/>
            </a:lvl3pPr>
            <a:lvl4pPr>
              <a:defRPr sz="1920"/>
            </a:lvl4pPr>
            <a:lvl5pPr>
              <a:defRPr sz="1920"/>
            </a:lvl5pPr>
            <a:lvl6pPr>
              <a:defRPr sz="1920"/>
            </a:lvl6pPr>
            <a:lvl7pPr>
              <a:defRPr sz="1920"/>
            </a:lvl7pPr>
            <a:lvl8pPr>
              <a:defRPr sz="1920"/>
            </a:lvl8pPr>
            <a:lvl9pPr>
              <a:defRPr sz="192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440"/>
            </a:lvl1pPr>
            <a:lvl2pPr marL="427990" indent="0">
              <a:buNone/>
              <a:defRPr sz="1320"/>
            </a:lvl2pPr>
            <a:lvl3pPr marL="855980" indent="0">
              <a:buNone/>
              <a:defRPr sz="1080"/>
            </a:lvl3pPr>
            <a:lvl4pPr marL="1283970" indent="0">
              <a:buNone/>
              <a:defRPr sz="960"/>
            </a:lvl4pPr>
            <a:lvl5pPr marL="1711960" indent="0">
              <a:buNone/>
              <a:defRPr sz="960"/>
            </a:lvl5pPr>
            <a:lvl6pPr marL="2139950" indent="0">
              <a:buNone/>
              <a:defRPr sz="960"/>
            </a:lvl6pPr>
            <a:lvl7pPr marL="2567305" indent="0">
              <a:buNone/>
              <a:defRPr sz="960"/>
            </a:lvl7pPr>
            <a:lvl8pPr marL="2995295" indent="0">
              <a:buNone/>
              <a:defRPr sz="960"/>
            </a:lvl8pPr>
            <a:lvl9pPr marL="3423285" indent="0">
              <a:buNone/>
              <a:defRPr sz="96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D0CE79-49FB-443D-BEF8-6B709DE8FD0C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06490-237C-474C-BA2E-D98840BC1F8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9"/>
            <a:ext cx="6172200" cy="4873625"/>
          </a:xfrm>
        </p:spPr>
        <p:txBody>
          <a:bodyPr anchor="t"/>
          <a:lstStyle>
            <a:lvl1pPr marL="0" indent="0">
              <a:buNone/>
              <a:defRPr sz="3000"/>
            </a:lvl1pPr>
            <a:lvl2pPr marL="427990" indent="0">
              <a:buNone/>
              <a:defRPr sz="2640"/>
            </a:lvl2pPr>
            <a:lvl3pPr marL="855980" indent="0">
              <a:buNone/>
              <a:defRPr sz="2280"/>
            </a:lvl3pPr>
            <a:lvl4pPr marL="1283970" indent="0">
              <a:buNone/>
              <a:defRPr sz="1920"/>
            </a:lvl4pPr>
            <a:lvl5pPr marL="1711960" indent="0">
              <a:buNone/>
              <a:defRPr sz="1920"/>
            </a:lvl5pPr>
            <a:lvl6pPr marL="2139950" indent="0">
              <a:buNone/>
              <a:defRPr sz="1920"/>
            </a:lvl6pPr>
            <a:lvl7pPr marL="2567305" indent="0">
              <a:buNone/>
              <a:defRPr sz="1920"/>
            </a:lvl7pPr>
            <a:lvl8pPr marL="2995295" indent="0">
              <a:buNone/>
              <a:defRPr sz="1920"/>
            </a:lvl8pPr>
            <a:lvl9pPr marL="3423285" indent="0">
              <a:buNone/>
              <a:defRPr sz="192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440"/>
            </a:lvl1pPr>
            <a:lvl2pPr marL="427990" indent="0">
              <a:buNone/>
              <a:defRPr sz="1320"/>
            </a:lvl2pPr>
            <a:lvl3pPr marL="855980" indent="0">
              <a:buNone/>
              <a:defRPr sz="1080"/>
            </a:lvl3pPr>
            <a:lvl4pPr marL="1283970" indent="0">
              <a:buNone/>
              <a:defRPr sz="960"/>
            </a:lvl4pPr>
            <a:lvl5pPr marL="1711960" indent="0">
              <a:buNone/>
              <a:defRPr sz="960"/>
            </a:lvl5pPr>
            <a:lvl6pPr marL="2139950" indent="0">
              <a:buNone/>
              <a:defRPr sz="960"/>
            </a:lvl6pPr>
            <a:lvl7pPr marL="2567305" indent="0">
              <a:buNone/>
              <a:defRPr sz="960"/>
            </a:lvl7pPr>
            <a:lvl8pPr marL="2995295" indent="0">
              <a:buNone/>
              <a:defRPr sz="960"/>
            </a:lvl8pPr>
            <a:lvl9pPr marL="3423285" indent="0">
              <a:buNone/>
              <a:defRPr sz="96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D0CE79-49FB-443D-BEF8-6B709DE8FD0C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06490-237C-474C-BA2E-D98840BC1F8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D0CE79-49FB-443D-BEF8-6B709DE8FD0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06490-237C-474C-BA2E-D98840BC1F8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2" y="365126"/>
            <a:ext cx="2628900" cy="5811839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3" y="365126"/>
            <a:ext cx="7734300" cy="5811839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D0CE79-49FB-443D-BEF8-6B709DE8FD0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06490-237C-474C-BA2E-D98840BC1F8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7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5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6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7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8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0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5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6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9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5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6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7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8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9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7.xml"/><Relationship Id="rId50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49" Type="http://schemas.openxmlformats.org/officeDocument/2006/relationships/image" Target="../media/image4.png"/><Relationship Id="rId48" Type="http://schemas.openxmlformats.org/officeDocument/2006/relationships/image" Target="../media/image3.jpeg"/><Relationship Id="rId47" Type="http://schemas.openxmlformats.org/officeDocument/2006/relationships/slideLayout" Target="../slideLayouts/slideLayout58.xml"/><Relationship Id="rId46" Type="http://schemas.openxmlformats.org/officeDocument/2006/relationships/slideLayout" Target="../slideLayouts/slideLayout57.xml"/><Relationship Id="rId45" Type="http://schemas.openxmlformats.org/officeDocument/2006/relationships/slideLayout" Target="../slideLayouts/slideLayout56.xml"/><Relationship Id="rId44" Type="http://schemas.openxmlformats.org/officeDocument/2006/relationships/slideLayout" Target="../slideLayouts/slideLayout55.xml"/><Relationship Id="rId43" Type="http://schemas.openxmlformats.org/officeDocument/2006/relationships/slideLayout" Target="../slideLayouts/slideLayout54.xml"/><Relationship Id="rId42" Type="http://schemas.openxmlformats.org/officeDocument/2006/relationships/slideLayout" Target="../slideLayouts/slideLayout53.xml"/><Relationship Id="rId41" Type="http://schemas.openxmlformats.org/officeDocument/2006/relationships/slideLayout" Target="../slideLayouts/slideLayout52.xml"/><Relationship Id="rId40" Type="http://schemas.openxmlformats.org/officeDocument/2006/relationships/slideLayout" Target="../slideLayouts/slideLayout51.xml"/><Relationship Id="rId4" Type="http://schemas.openxmlformats.org/officeDocument/2006/relationships/slideLayout" Target="../slideLayouts/slideLayout15.xml"/><Relationship Id="rId39" Type="http://schemas.openxmlformats.org/officeDocument/2006/relationships/slideLayout" Target="../slideLayouts/slideLayout50.xml"/><Relationship Id="rId38" Type="http://schemas.openxmlformats.org/officeDocument/2006/relationships/slideLayout" Target="../slideLayouts/slideLayout49.xml"/><Relationship Id="rId37" Type="http://schemas.openxmlformats.org/officeDocument/2006/relationships/slideLayout" Target="../slideLayouts/slideLayout48.xml"/><Relationship Id="rId36" Type="http://schemas.openxmlformats.org/officeDocument/2006/relationships/slideLayout" Target="../slideLayouts/slideLayout47.xml"/><Relationship Id="rId35" Type="http://schemas.openxmlformats.org/officeDocument/2006/relationships/slideLayout" Target="../slideLayouts/slideLayout46.xml"/><Relationship Id="rId34" Type="http://schemas.openxmlformats.org/officeDocument/2006/relationships/slideLayout" Target="../slideLayouts/slideLayout45.xml"/><Relationship Id="rId33" Type="http://schemas.openxmlformats.org/officeDocument/2006/relationships/slideLayout" Target="../slideLayouts/slideLayout44.xml"/><Relationship Id="rId32" Type="http://schemas.openxmlformats.org/officeDocument/2006/relationships/slideLayout" Target="../slideLayouts/slideLayout43.xml"/><Relationship Id="rId31" Type="http://schemas.openxmlformats.org/officeDocument/2006/relationships/slideLayout" Target="../slideLayouts/slideLayout42.xml"/><Relationship Id="rId30" Type="http://schemas.openxmlformats.org/officeDocument/2006/relationships/slideLayout" Target="../slideLayouts/slideLayout41.xml"/><Relationship Id="rId3" Type="http://schemas.openxmlformats.org/officeDocument/2006/relationships/slideLayout" Target="../slideLayouts/slideLayout14.xml"/><Relationship Id="rId29" Type="http://schemas.openxmlformats.org/officeDocument/2006/relationships/slideLayout" Target="../slideLayouts/slideLayout40.xml"/><Relationship Id="rId28" Type="http://schemas.openxmlformats.org/officeDocument/2006/relationships/slideLayout" Target="../slideLayouts/slideLayout39.xml"/><Relationship Id="rId27" Type="http://schemas.openxmlformats.org/officeDocument/2006/relationships/slideLayout" Target="../slideLayouts/slideLayout38.xml"/><Relationship Id="rId26" Type="http://schemas.openxmlformats.org/officeDocument/2006/relationships/slideLayout" Target="../slideLayouts/slideLayout37.xml"/><Relationship Id="rId25" Type="http://schemas.openxmlformats.org/officeDocument/2006/relationships/slideLayout" Target="../slideLayouts/slideLayout36.xml"/><Relationship Id="rId24" Type="http://schemas.openxmlformats.org/officeDocument/2006/relationships/slideLayout" Target="../slideLayouts/slideLayout35.xml"/><Relationship Id="rId23" Type="http://schemas.openxmlformats.org/officeDocument/2006/relationships/slideLayout" Target="../slideLayouts/slideLayout34.xml"/><Relationship Id="rId22" Type="http://schemas.openxmlformats.org/officeDocument/2006/relationships/slideLayout" Target="../slideLayouts/slideLayout33.xml"/><Relationship Id="rId21" Type="http://schemas.openxmlformats.org/officeDocument/2006/relationships/slideLayout" Target="../slideLayouts/slideLayout32.xml"/><Relationship Id="rId20" Type="http://schemas.openxmlformats.org/officeDocument/2006/relationships/slideLayout" Target="../slideLayouts/slideLayout31.xml"/><Relationship Id="rId2" Type="http://schemas.openxmlformats.org/officeDocument/2006/relationships/slideLayout" Target="../slideLayouts/slideLayout13.xml"/><Relationship Id="rId19" Type="http://schemas.openxmlformats.org/officeDocument/2006/relationships/slideLayout" Target="../slideLayouts/slideLayout30.xml"/><Relationship Id="rId18" Type="http://schemas.openxmlformats.org/officeDocument/2006/relationships/slideLayout" Target="../slideLayouts/slideLayout29.xml"/><Relationship Id="rId17" Type="http://schemas.openxmlformats.org/officeDocument/2006/relationships/slideLayout" Target="../slideLayouts/slideLayout28.xml"/><Relationship Id="rId16" Type="http://schemas.openxmlformats.org/officeDocument/2006/relationships/slideLayout" Target="../slideLayouts/slideLayout27.xml"/><Relationship Id="rId15" Type="http://schemas.openxmlformats.org/officeDocument/2006/relationships/slideLayout" Target="../slideLayouts/slideLayout26.xml"/><Relationship Id="rId14" Type="http://schemas.openxmlformats.org/officeDocument/2006/relationships/slideLayout" Target="../slideLayouts/slideLayout25.xml"/><Relationship Id="rId13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44B59F-3D32-4799-9C43-690FA611DB0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3CBA52-F395-404E-9003-5F6E4E9DDB35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/>
        </p:nvPicPr>
        <p:blipFill>
          <a:blip r:embed="rId4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144"/>
            <a:ext cx="12192000" cy="6839712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881" y="1467059"/>
            <a:ext cx="11187611" cy="5133407"/>
          </a:xfrm>
          <a:prstGeom prst="rect">
            <a:avLst/>
          </a:prstGeom>
        </p:spPr>
        <p:txBody>
          <a:bodyPr vert="horz" lIns="71323" tIns="35662" rIns="71323" bIns="35662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 vert="horz" lIns="71323" tIns="35662" rIns="71323" bIns="35662" rtlCol="0" anchor="ctr"/>
          <a:lstStyle>
            <a:lvl1pPr algn="l">
              <a:defRPr sz="108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13D0CE79-49FB-443D-BEF8-6B709DE8FD0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</p:spPr>
        <p:txBody>
          <a:bodyPr vert="horz" lIns="71323" tIns="35662" rIns="71323" bIns="35662" rtlCol="0" anchor="ctr"/>
          <a:lstStyle>
            <a:lvl1pPr algn="ctr">
              <a:defRPr sz="108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</p:spPr>
        <p:txBody>
          <a:bodyPr vert="horz" lIns="71323" tIns="35662" rIns="71323" bIns="35662" rtlCol="0" anchor="ctr"/>
          <a:lstStyle>
            <a:lvl1pPr algn="r">
              <a:defRPr sz="108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EF906490-237C-474C-BA2E-D98840BC1F8F}" type="slidenum">
              <a:rPr lang="zh-CN" altLang="en-US" smtClean="0"/>
            </a:fld>
            <a:endParaRPr lang="zh-CN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1881" y="491002"/>
            <a:ext cx="11187611" cy="596119"/>
          </a:xfrm>
          <a:prstGeom prst="rect">
            <a:avLst/>
          </a:prstGeom>
        </p:spPr>
        <p:txBody>
          <a:bodyPr vert="horz" lIns="71323" tIns="35662" rIns="71323" bIns="35662" rtlCol="0" anchor="b">
            <a:noAutofit/>
          </a:bodyPr>
          <a:lstStyle/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4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" y="0"/>
            <a:ext cx="12191239" cy="68580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4" r:id="rId44"/>
    <p:sldLayoutId id="2147483705" r:id="rId45"/>
    <p:sldLayoutId id="2147483706" r:id="rId46"/>
    <p:sldLayoutId id="2147483707" r:id="rId47"/>
  </p:sldLayoutIdLst>
  <p:txStyles>
    <p:titleStyle>
      <a:lvl1pPr algn="l" defTabSz="855980" rtl="0" eaLnBrk="1" latinLnBrk="0" hangingPunct="1">
        <a:lnSpc>
          <a:spcPct val="90000"/>
        </a:lnSpc>
        <a:spcBef>
          <a:spcPct val="0"/>
        </a:spcBef>
        <a:buNone/>
        <a:defRPr sz="3360" kern="1200">
          <a:solidFill>
            <a:schemeClr val="accent1">
              <a:lumMod val="75000"/>
            </a:schemeClr>
          </a:solidFill>
          <a:effectLst/>
          <a:latin typeface="+mj-lt"/>
          <a:ea typeface="+mj-ea"/>
          <a:cs typeface="+mj-cs"/>
        </a:defRPr>
      </a:lvl1pPr>
    </p:titleStyle>
    <p:bodyStyle>
      <a:lvl1pPr marL="334010" indent="-334010" algn="l" defTabSz="855980" rtl="0" eaLnBrk="1" latinLnBrk="0" hangingPunct="1">
        <a:lnSpc>
          <a:spcPct val="90000"/>
        </a:lnSpc>
        <a:spcBef>
          <a:spcPts val="1685"/>
        </a:spcBef>
        <a:buClr>
          <a:schemeClr val="accent1">
            <a:lumMod val="60000"/>
            <a:lumOff val="40000"/>
          </a:schemeClr>
        </a:buClr>
        <a:buSzPct val="80000"/>
        <a:buFont typeface="Wingdings" panose="05000000000000000000" pitchFamily="2" charset="2"/>
        <a:buChar char="v"/>
        <a:defRPr sz="2280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1pPr>
      <a:lvl2pPr marL="334010" indent="-334010" algn="l" defTabSz="855980" rtl="0" eaLnBrk="1" latinLnBrk="0" hangingPunct="1">
        <a:lnSpc>
          <a:spcPct val="130000"/>
        </a:lnSpc>
        <a:spcBef>
          <a:spcPts val="0"/>
        </a:spcBef>
        <a:buFont typeface="Calibri" panose="020F0502020204030204" pitchFamily="34" charset="0"/>
        <a:buChar char=" "/>
        <a:defRPr sz="1440" kern="1200">
          <a:solidFill>
            <a:schemeClr val="tx1"/>
          </a:solidFill>
          <a:latin typeface="+mn-lt"/>
          <a:ea typeface="+mn-ea"/>
          <a:cs typeface="+mn-cs"/>
        </a:defRPr>
      </a:lvl2pPr>
      <a:lvl3pPr marL="1069975" indent="-213995" algn="l" defTabSz="855980" rtl="0" eaLnBrk="1" latinLnBrk="0" hangingPunct="1">
        <a:lnSpc>
          <a:spcPct val="90000"/>
        </a:lnSpc>
        <a:spcBef>
          <a:spcPts val="470"/>
        </a:spcBef>
        <a:buFont typeface="Arial" panose="020B0604020202020204" pitchFamily="34" charset="0"/>
        <a:buChar char="•"/>
        <a:defRPr sz="1920" kern="1200">
          <a:solidFill>
            <a:schemeClr val="bg1">
              <a:lumMod val="50000"/>
            </a:schemeClr>
          </a:solidFill>
          <a:latin typeface="+mn-lt"/>
          <a:ea typeface="+mn-ea"/>
          <a:cs typeface="+mn-cs"/>
        </a:defRPr>
      </a:lvl3pPr>
      <a:lvl4pPr marL="1497965" indent="-213995" algn="l" defTabSz="855980" rtl="0" eaLnBrk="1" latinLnBrk="0" hangingPunct="1">
        <a:lnSpc>
          <a:spcPct val="90000"/>
        </a:lnSpc>
        <a:spcBef>
          <a:spcPts val="470"/>
        </a:spcBef>
        <a:buFont typeface="Arial" panose="020B0604020202020204" pitchFamily="34" charset="0"/>
        <a:buChar char="•"/>
        <a:defRPr sz="1680" kern="1200">
          <a:solidFill>
            <a:schemeClr val="bg1">
              <a:lumMod val="50000"/>
            </a:schemeClr>
          </a:solidFill>
          <a:latin typeface="+mn-lt"/>
          <a:ea typeface="+mn-ea"/>
          <a:cs typeface="+mn-cs"/>
        </a:defRPr>
      </a:lvl4pPr>
      <a:lvl5pPr marL="1925955" indent="-213995" algn="l" defTabSz="855980" rtl="0" eaLnBrk="1" latinLnBrk="0" hangingPunct="1">
        <a:lnSpc>
          <a:spcPct val="90000"/>
        </a:lnSpc>
        <a:spcBef>
          <a:spcPts val="470"/>
        </a:spcBef>
        <a:buFont typeface="Arial" panose="020B0604020202020204" pitchFamily="34" charset="0"/>
        <a:buChar char="•"/>
        <a:defRPr sz="1680" kern="1200">
          <a:solidFill>
            <a:schemeClr val="bg1">
              <a:lumMod val="50000"/>
            </a:schemeClr>
          </a:solidFill>
          <a:latin typeface="+mn-lt"/>
          <a:ea typeface="+mn-ea"/>
          <a:cs typeface="+mn-cs"/>
        </a:defRPr>
      </a:lvl5pPr>
      <a:lvl6pPr marL="2353310" indent="-213995" algn="l" defTabSz="855980" rtl="0" eaLnBrk="1" latinLnBrk="0" hangingPunct="1">
        <a:lnSpc>
          <a:spcPct val="90000"/>
        </a:lnSpc>
        <a:spcBef>
          <a:spcPts val="470"/>
        </a:spcBef>
        <a:buFont typeface="Arial" panose="020B0604020202020204" pitchFamily="34" charset="0"/>
        <a:buChar char="•"/>
        <a:defRPr sz="1680" kern="1200">
          <a:solidFill>
            <a:schemeClr val="tx1"/>
          </a:solidFill>
          <a:latin typeface="+mn-lt"/>
          <a:ea typeface="+mn-ea"/>
          <a:cs typeface="+mn-cs"/>
        </a:defRPr>
      </a:lvl6pPr>
      <a:lvl7pPr marL="2781300" indent="-213995" algn="l" defTabSz="855980" rtl="0" eaLnBrk="1" latinLnBrk="0" hangingPunct="1">
        <a:lnSpc>
          <a:spcPct val="90000"/>
        </a:lnSpc>
        <a:spcBef>
          <a:spcPts val="470"/>
        </a:spcBef>
        <a:buFont typeface="Arial" panose="020B0604020202020204" pitchFamily="34" charset="0"/>
        <a:buChar char="•"/>
        <a:defRPr sz="1680" kern="1200">
          <a:solidFill>
            <a:schemeClr val="tx1"/>
          </a:solidFill>
          <a:latin typeface="+mn-lt"/>
          <a:ea typeface="+mn-ea"/>
          <a:cs typeface="+mn-cs"/>
        </a:defRPr>
      </a:lvl7pPr>
      <a:lvl8pPr marL="3209290" indent="-213995" algn="l" defTabSz="855980" rtl="0" eaLnBrk="1" latinLnBrk="0" hangingPunct="1">
        <a:lnSpc>
          <a:spcPct val="90000"/>
        </a:lnSpc>
        <a:spcBef>
          <a:spcPts val="470"/>
        </a:spcBef>
        <a:buFont typeface="Arial" panose="020B0604020202020204" pitchFamily="34" charset="0"/>
        <a:buChar char="•"/>
        <a:defRPr sz="1680" kern="1200">
          <a:solidFill>
            <a:schemeClr val="tx1"/>
          </a:solidFill>
          <a:latin typeface="+mn-lt"/>
          <a:ea typeface="+mn-ea"/>
          <a:cs typeface="+mn-cs"/>
        </a:defRPr>
      </a:lvl8pPr>
      <a:lvl9pPr marL="3637280" indent="-213995" algn="l" defTabSz="855980" rtl="0" eaLnBrk="1" latinLnBrk="0" hangingPunct="1">
        <a:lnSpc>
          <a:spcPct val="90000"/>
        </a:lnSpc>
        <a:spcBef>
          <a:spcPts val="470"/>
        </a:spcBef>
        <a:buFont typeface="Arial" panose="020B0604020202020204" pitchFamily="34" charset="0"/>
        <a:buChar char="•"/>
        <a:defRPr sz="16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55980" rtl="0" eaLnBrk="1" latinLnBrk="0" hangingPunct="1">
        <a:defRPr sz="1680" kern="1200">
          <a:solidFill>
            <a:schemeClr val="tx1"/>
          </a:solidFill>
          <a:latin typeface="+mn-lt"/>
          <a:ea typeface="+mn-ea"/>
          <a:cs typeface="+mn-cs"/>
        </a:defRPr>
      </a:lvl1pPr>
      <a:lvl2pPr marL="427990" algn="l" defTabSz="855980" rtl="0" eaLnBrk="1" latinLnBrk="0" hangingPunct="1">
        <a:defRPr sz="1680" kern="1200">
          <a:solidFill>
            <a:schemeClr val="tx1"/>
          </a:solidFill>
          <a:latin typeface="+mn-lt"/>
          <a:ea typeface="+mn-ea"/>
          <a:cs typeface="+mn-cs"/>
        </a:defRPr>
      </a:lvl2pPr>
      <a:lvl3pPr marL="855980" algn="l" defTabSz="855980" rtl="0" eaLnBrk="1" latinLnBrk="0" hangingPunct="1">
        <a:defRPr sz="1680" kern="1200">
          <a:solidFill>
            <a:schemeClr val="tx1"/>
          </a:solidFill>
          <a:latin typeface="+mn-lt"/>
          <a:ea typeface="+mn-ea"/>
          <a:cs typeface="+mn-cs"/>
        </a:defRPr>
      </a:lvl3pPr>
      <a:lvl4pPr marL="1283970" algn="l" defTabSz="855980" rtl="0" eaLnBrk="1" latinLnBrk="0" hangingPunct="1">
        <a:defRPr sz="1680" kern="1200">
          <a:solidFill>
            <a:schemeClr val="tx1"/>
          </a:solidFill>
          <a:latin typeface="+mn-lt"/>
          <a:ea typeface="+mn-ea"/>
          <a:cs typeface="+mn-cs"/>
        </a:defRPr>
      </a:lvl4pPr>
      <a:lvl5pPr marL="1711960" algn="l" defTabSz="855980" rtl="0" eaLnBrk="1" latinLnBrk="0" hangingPunct="1">
        <a:defRPr sz="1680" kern="1200">
          <a:solidFill>
            <a:schemeClr val="tx1"/>
          </a:solidFill>
          <a:latin typeface="+mn-lt"/>
          <a:ea typeface="+mn-ea"/>
          <a:cs typeface="+mn-cs"/>
        </a:defRPr>
      </a:lvl5pPr>
      <a:lvl6pPr marL="2139950" algn="l" defTabSz="855980" rtl="0" eaLnBrk="1" latinLnBrk="0" hangingPunct="1">
        <a:defRPr sz="1680" kern="1200">
          <a:solidFill>
            <a:schemeClr val="tx1"/>
          </a:solidFill>
          <a:latin typeface="+mn-lt"/>
          <a:ea typeface="+mn-ea"/>
          <a:cs typeface="+mn-cs"/>
        </a:defRPr>
      </a:lvl6pPr>
      <a:lvl7pPr marL="2567305" algn="l" defTabSz="855980" rtl="0" eaLnBrk="1" latinLnBrk="0" hangingPunct="1">
        <a:defRPr sz="1680" kern="1200">
          <a:solidFill>
            <a:schemeClr val="tx1"/>
          </a:solidFill>
          <a:latin typeface="+mn-lt"/>
          <a:ea typeface="+mn-ea"/>
          <a:cs typeface="+mn-cs"/>
        </a:defRPr>
      </a:lvl7pPr>
      <a:lvl8pPr marL="2995295" algn="l" defTabSz="855980" rtl="0" eaLnBrk="1" latinLnBrk="0" hangingPunct="1">
        <a:defRPr sz="1680" kern="1200">
          <a:solidFill>
            <a:schemeClr val="tx1"/>
          </a:solidFill>
          <a:latin typeface="+mn-lt"/>
          <a:ea typeface="+mn-ea"/>
          <a:cs typeface="+mn-cs"/>
        </a:defRPr>
      </a:lvl8pPr>
      <a:lvl9pPr marL="3423285" algn="l" defTabSz="855980" rtl="0" eaLnBrk="1" latinLnBrk="0" hangingPunct="1">
        <a:defRPr sz="16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3.xml"/><Relationship Id="rId1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tags" Target="../tags/tag7.xml"/><Relationship Id="rId7" Type="http://schemas.openxmlformats.org/officeDocument/2006/relationships/image" Target="../media/image5.png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8" Type="http://schemas.openxmlformats.org/officeDocument/2006/relationships/notesSlide" Target="../notesSlides/notesSlide2.xml"/><Relationship Id="rId17" Type="http://schemas.openxmlformats.org/officeDocument/2006/relationships/slideLayout" Target="../slideLayouts/slideLayout24.xml"/><Relationship Id="rId16" Type="http://schemas.openxmlformats.org/officeDocument/2006/relationships/tags" Target="../tags/tag15.xml"/><Relationship Id="rId15" Type="http://schemas.openxmlformats.org/officeDocument/2006/relationships/tags" Target="../tags/tag14.xml"/><Relationship Id="rId14" Type="http://schemas.openxmlformats.org/officeDocument/2006/relationships/tags" Target="../tags/tag13.xml"/><Relationship Id="rId13" Type="http://schemas.openxmlformats.org/officeDocument/2006/relationships/tags" Target="../tags/tag12.xml"/><Relationship Id="rId12" Type="http://schemas.openxmlformats.org/officeDocument/2006/relationships/tags" Target="../tags/tag11.xml"/><Relationship Id="rId11" Type="http://schemas.openxmlformats.org/officeDocument/2006/relationships/tags" Target="../tags/tag10.xml"/><Relationship Id="rId10" Type="http://schemas.openxmlformats.org/officeDocument/2006/relationships/tags" Target="../tags/tag9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44.xml"/><Relationship Id="rId2" Type="http://schemas.openxmlformats.org/officeDocument/2006/relationships/image" Target="../media/image7.png"/><Relationship Id="rId1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38.xml"/><Relationship Id="rId1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44.xml"/><Relationship Id="rId2" Type="http://schemas.openxmlformats.org/officeDocument/2006/relationships/image" Target="../media/image7.png"/><Relationship Id="rId1" Type="http://schemas.openxmlformats.org/officeDocument/2006/relationships/image" Target="../media/image6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38.xml"/><Relationship Id="rId1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7.xml"/><Relationship Id="rId3" Type="http://schemas.openxmlformats.org/officeDocument/2006/relationships/slideLayout" Target="../slideLayouts/slideLayout44.xml"/><Relationship Id="rId2" Type="http://schemas.openxmlformats.org/officeDocument/2006/relationships/image" Target="../media/image7.png"/><Relationship Id="rId1" Type="http://schemas.openxmlformats.org/officeDocument/2006/relationships/image" Target="../media/image6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38.xml"/><Relationship Id="rId1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44.xml"/><Relationship Id="rId2" Type="http://schemas.openxmlformats.org/officeDocument/2006/relationships/image" Target="../media/image7.png"/><Relationship Id="rId1" Type="http://schemas.openxmlformats.org/officeDocument/2006/relationships/image" Target="../media/image6.jpe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38.xml"/><Relationship Id="rId2" Type="http://schemas.openxmlformats.org/officeDocument/2006/relationships/tags" Target="../tags/tag16.xml"/><Relationship Id="rId1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1.xml"/><Relationship Id="rId3" Type="http://schemas.openxmlformats.org/officeDocument/2006/relationships/slideLayout" Target="../slideLayouts/slideLayout44.xml"/><Relationship Id="rId2" Type="http://schemas.openxmlformats.org/officeDocument/2006/relationships/image" Target="../media/image7.png"/><Relationship Id="rId1" Type="http://schemas.openxmlformats.org/officeDocument/2006/relationships/image" Target="../media/image6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38.xml"/><Relationship Id="rId1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23.xml"/><Relationship Id="rId1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2697852"/>
            <a:ext cx="12207240" cy="4160148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097280"/>
            <a:endParaRPr lang="zh-CN" altLang="en-US" sz="2160" dirty="0">
              <a:solidFill>
                <a:prstClr val="white"/>
              </a:solidFill>
              <a:latin typeface="Calibri" panose="020F0502020204030204"/>
              <a:ea typeface="幼圆" panose="02010509060101010101" charset="-122"/>
            </a:endParaRPr>
          </a:p>
        </p:txBody>
      </p:sp>
      <p:sp>
        <p:nvSpPr>
          <p:cNvPr id="5" name="文本框 6"/>
          <p:cNvSpPr>
            <a:spLocks noChangeArrowheads="1"/>
          </p:cNvSpPr>
          <p:nvPr/>
        </p:nvSpPr>
        <p:spPr bwMode="auto">
          <a:xfrm>
            <a:off x="-103505" y="3591560"/>
            <a:ext cx="12311380" cy="7581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82277" tIns="41139" rIns="82277" bIns="41139">
            <a:spAutoFit/>
          </a:bodyPr>
          <a:lstStyle/>
          <a:p>
            <a:pPr algn="ctr" defTabSz="1097280"/>
            <a:r>
              <a:rPr lang="zh-CN" altLang="en-US" sz="4400" b="1" spc="36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Segoe UI" panose="020B0502040204020203" pitchFamily="34" charset="0"/>
              </a:rPr>
              <a:t>豆瓣电影</a:t>
            </a:r>
            <a:r>
              <a:rPr lang="en-US" altLang="zh-CN" sz="4400" b="1" spc="36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Segoe UI" panose="020B0502040204020203" pitchFamily="34" charset="0"/>
              </a:rPr>
              <a:t>Top250</a:t>
            </a:r>
            <a:r>
              <a:rPr lang="zh-CN" altLang="en-US" sz="4400" b="1" spc="36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Segoe UI" panose="020B0502040204020203" pitchFamily="34" charset="0"/>
              </a:rPr>
              <a:t>爬虫数据采集与分析系统</a:t>
            </a:r>
            <a:endParaRPr lang="zh-CN" altLang="en-US" sz="4400" b="1" spc="360" dirty="0">
              <a:solidFill>
                <a:prstClr val="white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Segoe UI" panose="020B0502040204020203" pitchFamily="34" charset="0"/>
            </a:endParaRPr>
          </a:p>
        </p:txBody>
      </p:sp>
      <p:grpSp>
        <p:nvGrpSpPr>
          <p:cNvPr id="50" name="组合 49"/>
          <p:cNvGrpSpPr/>
          <p:nvPr/>
        </p:nvGrpSpPr>
        <p:grpSpPr>
          <a:xfrm>
            <a:off x="6863846" y="5664598"/>
            <a:ext cx="4025456" cy="497207"/>
            <a:chOff x="807410" y="3908881"/>
            <a:chExt cx="3354544" cy="414338"/>
          </a:xfrm>
        </p:grpSpPr>
        <p:sp>
          <p:nvSpPr>
            <p:cNvPr id="51" name="文本框 9"/>
            <p:cNvSpPr txBox="1"/>
            <p:nvPr/>
          </p:nvSpPr>
          <p:spPr>
            <a:xfrm>
              <a:off x="1349114" y="3951550"/>
              <a:ext cx="2812840" cy="315470"/>
            </a:xfrm>
            <a:prstGeom prst="rect">
              <a:avLst/>
            </a:prstGeom>
            <a:noFill/>
          </p:spPr>
          <p:txBody>
            <a:bodyPr wrap="none" lIns="82296" tIns="41148" rIns="82296" bIns="41148" rtlCol="0">
              <a:spAutoFit/>
            </a:bodyPr>
            <a:lstStyle/>
            <a:p>
              <a:pPr defTabSz="1097280"/>
              <a:r>
                <a:rPr lang="zh-CN" altLang="en-US" sz="1920" b="1" dirty="0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学院：计算机与人工智能学院</a:t>
              </a:r>
              <a:endParaRPr lang="zh-CN" altLang="en-US" sz="192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52" name="组合 51"/>
            <p:cNvGrpSpPr/>
            <p:nvPr/>
          </p:nvGrpSpPr>
          <p:grpSpPr>
            <a:xfrm>
              <a:off x="807410" y="3908881"/>
              <a:ext cx="414338" cy="414338"/>
              <a:chOff x="1076546" y="5402340"/>
              <a:chExt cx="552450" cy="552450"/>
            </a:xfrm>
          </p:grpSpPr>
          <p:sp>
            <p:nvSpPr>
              <p:cNvPr id="53" name="椭圆 52"/>
              <p:cNvSpPr/>
              <p:nvPr/>
            </p:nvSpPr>
            <p:spPr>
              <a:xfrm>
                <a:off x="1076546" y="5402340"/>
                <a:ext cx="552450" cy="552450"/>
              </a:xfrm>
              <a:prstGeom prst="ellipse">
                <a:avLst/>
              </a:prstGeom>
              <a:solidFill>
                <a:srgbClr val="FFFFFF">
                  <a:alpha val="6117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1097280"/>
                <a:endParaRPr lang="zh-CN" altLang="en-US" sz="2160">
                  <a:solidFill>
                    <a:prstClr val="white"/>
                  </a:solidFill>
                  <a:latin typeface="Calibri" panose="020F0502020204030204"/>
                  <a:ea typeface="幼圆" panose="02010509060101010101" charset="-122"/>
                </a:endParaRPr>
              </a:p>
            </p:txBody>
          </p:sp>
          <p:sp>
            <p:nvSpPr>
              <p:cNvPr id="54" name="Freeform 34"/>
              <p:cNvSpPr/>
              <p:nvPr/>
            </p:nvSpPr>
            <p:spPr>
              <a:xfrm flipH="1">
                <a:off x="1192212" y="5526617"/>
                <a:ext cx="328603" cy="249173"/>
              </a:xfrm>
              <a:custGeom>
                <a:avLst/>
                <a:gdLst/>
                <a:ahLst/>
                <a:cxnLst/>
                <a:rect l="l" t="t" r="r" b="b"/>
                <a:pathLst>
                  <a:path w="852601" h="862013">
                    <a:moveTo>
                      <a:pt x="339688" y="551599"/>
                    </a:moveTo>
                    <a:cubicBezTo>
                      <a:pt x="336200" y="550660"/>
                      <a:pt x="332712" y="552270"/>
                      <a:pt x="329224" y="555624"/>
                    </a:cubicBezTo>
                    <a:lnTo>
                      <a:pt x="318760" y="571723"/>
                    </a:lnTo>
                    <a:cubicBezTo>
                      <a:pt x="317687" y="576955"/>
                      <a:pt x="320907" y="582723"/>
                      <a:pt x="322785" y="587017"/>
                    </a:cubicBezTo>
                    <a:cubicBezTo>
                      <a:pt x="324663" y="591310"/>
                      <a:pt x="331370" y="593322"/>
                      <a:pt x="330029" y="597481"/>
                    </a:cubicBezTo>
                    <a:cubicBezTo>
                      <a:pt x="328687" y="601641"/>
                      <a:pt x="318894" y="606739"/>
                      <a:pt x="314735" y="611971"/>
                    </a:cubicBezTo>
                    <a:cubicBezTo>
                      <a:pt x="310576" y="617202"/>
                      <a:pt x="308563" y="620288"/>
                      <a:pt x="303465" y="629679"/>
                    </a:cubicBezTo>
                    <a:cubicBezTo>
                      <a:pt x="298368" y="639070"/>
                      <a:pt x="292062" y="654230"/>
                      <a:pt x="284147" y="668317"/>
                    </a:cubicBezTo>
                    <a:cubicBezTo>
                      <a:pt x="276232" y="682403"/>
                      <a:pt x="261340" y="698637"/>
                      <a:pt x="255974" y="714199"/>
                    </a:cubicBezTo>
                    <a:cubicBezTo>
                      <a:pt x="250607" y="729762"/>
                      <a:pt x="252754" y="745727"/>
                      <a:pt x="251949" y="761691"/>
                    </a:cubicBezTo>
                    <a:cubicBezTo>
                      <a:pt x="251144" y="777656"/>
                      <a:pt x="252351" y="796036"/>
                      <a:pt x="251143" y="809989"/>
                    </a:cubicBezTo>
                    <a:cubicBezTo>
                      <a:pt x="249937" y="823941"/>
                      <a:pt x="245778" y="837357"/>
                      <a:pt x="244705" y="845406"/>
                    </a:cubicBezTo>
                    <a:cubicBezTo>
                      <a:pt x="243631" y="853456"/>
                      <a:pt x="243095" y="855603"/>
                      <a:pt x="244705" y="858286"/>
                    </a:cubicBezTo>
                    <a:cubicBezTo>
                      <a:pt x="245509" y="859627"/>
                      <a:pt x="245945" y="860298"/>
                      <a:pt x="247169" y="860701"/>
                    </a:cubicBezTo>
                    <a:lnTo>
                      <a:pt x="254364" y="861506"/>
                    </a:lnTo>
                    <a:cubicBezTo>
                      <a:pt x="262279" y="862042"/>
                      <a:pt x="277305" y="862310"/>
                      <a:pt x="292196" y="861506"/>
                    </a:cubicBezTo>
                    <a:cubicBezTo>
                      <a:pt x="307088" y="860701"/>
                      <a:pt x="333115" y="857749"/>
                      <a:pt x="343713" y="856676"/>
                    </a:cubicBezTo>
                    <a:cubicBezTo>
                      <a:pt x="343747" y="856684"/>
                      <a:pt x="352708" y="858681"/>
                      <a:pt x="355787" y="855066"/>
                    </a:cubicBezTo>
                    <a:cubicBezTo>
                      <a:pt x="358873" y="851443"/>
                      <a:pt x="361288" y="845675"/>
                      <a:pt x="362227" y="834943"/>
                    </a:cubicBezTo>
                    <a:cubicBezTo>
                      <a:pt x="363166" y="824210"/>
                      <a:pt x="363568" y="808110"/>
                      <a:pt x="361422" y="790670"/>
                    </a:cubicBezTo>
                    <a:cubicBezTo>
                      <a:pt x="359275" y="773229"/>
                      <a:pt x="352299" y="754313"/>
                      <a:pt x="349348" y="730298"/>
                    </a:cubicBezTo>
                    <a:cubicBezTo>
                      <a:pt x="346396" y="706284"/>
                      <a:pt x="344786" y="666439"/>
                      <a:pt x="343713" y="646584"/>
                    </a:cubicBezTo>
                    <a:cubicBezTo>
                      <a:pt x="342640" y="626728"/>
                      <a:pt x="342505" y="619886"/>
                      <a:pt x="342908" y="611166"/>
                    </a:cubicBezTo>
                    <a:cubicBezTo>
                      <a:pt x="343310" y="602446"/>
                      <a:pt x="343713" y="600299"/>
                      <a:pt x="346128" y="594262"/>
                    </a:cubicBezTo>
                    <a:cubicBezTo>
                      <a:pt x="348543" y="588224"/>
                      <a:pt x="356727" y="580443"/>
                      <a:pt x="357397" y="574942"/>
                    </a:cubicBezTo>
                    <a:cubicBezTo>
                      <a:pt x="358068" y="569442"/>
                      <a:pt x="353104" y="565149"/>
                      <a:pt x="350153" y="561258"/>
                    </a:cubicBezTo>
                    <a:close/>
                    <a:moveTo>
                      <a:pt x="287206" y="507649"/>
                    </a:moveTo>
                    <a:cubicBezTo>
                      <a:pt x="299226" y="561742"/>
                      <a:pt x="284201" y="574621"/>
                      <a:pt x="274326" y="617123"/>
                    </a:cubicBezTo>
                    <a:cubicBezTo>
                      <a:pt x="272445" y="626330"/>
                      <a:pt x="270907" y="639718"/>
                      <a:pt x="269556" y="655910"/>
                    </a:cubicBezTo>
                    <a:cubicBezTo>
                      <a:pt x="284442" y="632717"/>
                      <a:pt x="299146" y="601494"/>
                      <a:pt x="316184" y="596515"/>
                    </a:cubicBezTo>
                    <a:cubicBezTo>
                      <a:pt x="314038" y="589217"/>
                      <a:pt x="305451" y="583528"/>
                      <a:pt x="306524" y="574621"/>
                    </a:cubicBezTo>
                    <a:cubicBezTo>
                      <a:pt x="307147" y="563679"/>
                      <a:pt x="314405" y="554950"/>
                      <a:pt x="319949" y="545622"/>
                    </a:cubicBezTo>
                    <a:cubicBezTo>
                      <a:pt x="307786" y="539695"/>
                      <a:pt x="298568" y="525281"/>
                      <a:pt x="287206" y="507649"/>
                    </a:cubicBezTo>
                    <a:close/>
                    <a:moveTo>
                      <a:pt x="264023" y="488330"/>
                    </a:moveTo>
                    <a:cubicBezTo>
                      <a:pt x="251143" y="497345"/>
                      <a:pt x="249856" y="517952"/>
                      <a:pt x="240841" y="523104"/>
                    </a:cubicBezTo>
                    <a:cubicBezTo>
                      <a:pt x="177304" y="542852"/>
                      <a:pt x="103463" y="578055"/>
                      <a:pt x="46365" y="613259"/>
                    </a:cubicBezTo>
                    <a:cubicBezTo>
                      <a:pt x="17601" y="630002"/>
                      <a:pt x="12021" y="649320"/>
                      <a:pt x="6440" y="682806"/>
                    </a:cubicBezTo>
                    <a:lnTo>
                      <a:pt x="0" y="793568"/>
                    </a:lnTo>
                    <a:cubicBezTo>
                      <a:pt x="60532" y="849807"/>
                      <a:pt x="154551" y="840362"/>
                      <a:pt x="230537" y="859252"/>
                    </a:cubicBezTo>
                    <a:cubicBezTo>
                      <a:pt x="242128" y="755359"/>
                      <a:pt x="233113" y="597374"/>
                      <a:pt x="265311" y="542422"/>
                    </a:cubicBezTo>
                    <a:close/>
                    <a:moveTo>
                      <a:pt x="473953" y="438101"/>
                    </a:moveTo>
                    <a:cubicBezTo>
                      <a:pt x="449999" y="476765"/>
                      <a:pt x="395188" y="525303"/>
                      <a:pt x="351750" y="542487"/>
                    </a:cubicBezTo>
                    <a:cubicBezTo>
                      <a:pt x="364570" y="553524"/>
                      <a:pt x="369815" y="566569"/>
                      <a:pt x="371564" y="577519"/>
                    </a:cubicBezTo>
                    <a:cubicBezTo>
                      <a:pt x="371510" y="588305"/>
                      <a:pt x="363407" y="591042"/>
                      <a:pt x="359329" y="597803"/>
                    </a:cubicBezTo>
                    <a:cubicBezTo>
                      <a:pt x="364928" y="652187"/>
                      <a:pt x="355161" y="701683"/>
                      <a:pt x="373271" y="759858"/>
                    </a:cubicBezTo>
                    <a:cubicBezTo>
                      <a:pt x="382583" y="726860"/>
                      <a:pt x="394118" y="694072"/>
                      <a:pt x="406981" y="659624"/>
                    </a:cubicBezTo>
                    <a:cubicBezTo>
                      <a:pt x="434458" y="598661"/>
                      <a:pt x="476100" y="510653"/>
                      <a:pt x="473953" y="438101"/>
                    </a:cubicBezTo>
                    <a:close/>
                    <a:moveTo>
                      <a:pt x="444331" y="425221"/>
                    </a:moveTo>
                    <a:cubicBezTo>
                      <a:pt x="417365" y="457420"/>
                      <a:pt x="365446" y="490423"/>
                      <a:pt x="342908" y="490423"/>
                    </a:cubicBezTo>
                    <a:cubicBezTo>
                      <a:pt x="312722" y="489752"/>
                      <a:pt x="309100" y="473787"/>
                      <a:pt x="292196" y="465469"/>
                    </a:cubicBezTo>
                    <a:cubicBezTo>
                      <a:pt x="308026" y="468152"/>
                      <a:pt x="323455" y="474056"/>
                      <a:pt x="339687" y="473519"/>
                    </a:cubicBezTo>
                    <a:cubicBezTo>
                      <a:pt x="376180" y="473116"/>
                      <a:pt x="416695" y="446955"/>
                      <a:pt x="444331" y="425221"/>
                    </a:cubicBezTo>
                    <a:close/>
                    <a:moveTo>
                      <a:pt x="488121" y="409767"/>
                    </a:moveTo>
                    <a:cubicBezTo>
                      <a:pt x="533198" y="465576"/>
                      <a:pt x="410846" y="692681"/>
                      <a:pt x="376072" y="855388"/>
                    </a:cubicBezTo>
                    <a:cubicBezTo>
                      <a:pt x="489409" y="838216"/>
                      <a:pt x="600169" y="850665"/>
                      <a:pt x="716082" y="803871"/>
                    </a:cubicBezTo>
                    <a:cubicBezTo>
                      <a:pt x="761588" y="800437"/>
                      <a:pt x="808382" y="816321"/>
                      <a:pt x="852601" y="793568"/>
                    </a:cubicBezTo>
                    <a:cubicBezTo>
                      <a:pt x="845303" y="743338"/>
                      <a:pt x="867627" y="646745"/>
                      <a:pt x="772750" y="588788"/>
                    </a:cubicBezTo>
                    <a:cubicBezTo>
                      <a:pt x="729391" y="552726"/>
                      <a:pt x="648681" y="519241"/>
                      <a:pt x="565395" y="492193"/>
                    </a:cubicBezTo>
                    <a:cubicBezTo>
                      <a:pt x="534486" y="468582"/>
                      <a:pt x="515167" y="433379"/>
                      <a:pt x="488121" y="409767"/>
                    </a:cubicBezTo>
                    <a:close/>
                    <a:moveTo>
                      <a:pt x="314467" y="207"/>
                    </a:moveTo>
                    <a:cubicBezTo>
                      <a:pt x="302302" y="922"/>
                      <a:pt x="297652" y="4142"/>
                      <a:pt x="285488" y="8794"/>
                    </a:cubicBezTo>
                    <a:cubicBezTo>
                      <a:pt x="273325" y="13444"/>
                      <a:pt x="253826" y="20241"/>
                      <a:pt x="241485" y="28112"/>
                    </a:cubicBezTo>
                    <a:cubicBezTo>
                      <a:pt x="229142" y="35983"/>
                      <a:pt x="220377" y="43853"/>
                      <a:pt x="211433" y="56017"/>
                    </a:cubicBezTo>
                    <a:cubicBezTo>
                      <a:pt x="202489" y="68180"/>
                      <a:pt x="193724" y="87320"/>
                      <a:pt x="187821" y="101095"/>
                    </a:cubicBezTo>
                    <a:cubicBezTo>
                      <a:pt x="181919" y="114868"/>
                      <a:pt x="176194" y="121665"/>
                      <a:pt x="176015" y="138658"/>
                    </a:cubicBezTo>
                    <a:cubicBezTo>
                      <a:pt x="175837" y="155652"/>
                      <a:pt x="182813" y="191249"/>
                      <a:pt x="186748" y="203055"/>
                    </a:cubicBezTo>
                    <a:lnTo>
                      <a:pt x="187520" y="204007"/>
                    </a:lnTo>
                    <a:lnTo>
                      <a:pt x="191027" y="223887"/>
                    </a:lnTo>
                    <a:cubicBezTo>
                      <a:pt x="185407" y="222374"/>
                      <a:pt x="182724" y="232570"/>
                      <a:pt x="184333" y="241693"/>
                    </a:cubicBezTo>
                    <a:cubicBezTo>
                      <a:pt x="185943" y="250815"/>
                      <a:pt x="196139" y="265841"/>
                      <a:pt x="198822" y="277111"/>
                    </a:cubicBezTo>
                    <a:cubicBezTo>
                      <a:pt x="201505" y="288380"/>
                      <a:pt x="200298" y="299113"/>
                      <a:pt x="200432" y="309308"/>
                    </a:cubicBezTo>
                    <a:cubicBezTo>
                      <a:pt x="200566" y="319505"/>
                      <a:pt x="198285" y="331579"/>
                      <a:pt x="199627" y="338286"/>
                    </a:cubicBezTo>
                    <a:cubicBezTo>
                      <a:pt x="200969" y="344995"/>
                      <a:pt x="205128" y="346739"/>
                      <a:pt x="208482" y="349556"/>
                    </a:cubicBezTo>
                    <a:cubicBezTo>
                      <a:pt x="211836" y="352373"/>
                      <a:pt x="218275" y="343385"/>
                      <a:pt x="219751" y="355191"/>
                    </a:cubicBezTo>
                    <a:cubicBezTo>
                      <a:pt x="221227" y="366997"/>
                      <a:pt x="229008" y="395036"/>
                      <a:pt x="236655" y="410733"/>
                    </a:cubicBezTo>
                    <a:cubicBezTo>
                      <a:pt x="244301" y="426429"/>
                      <a:pt x="259999" y="439845"/>
                      <a:pt x="265633" y="449370"/>
                    </a:cubicBezTo>
                    <a:cubicBezTo>
                      <a:pt x="271268" y="458895"/>
                      <a:pt x="266438" y="460372"/>
                      <a:pt x="270463" y="467884"/>
                    </a:cubicBezTo>
                    <a:cubicBezTo>
                      <a:pt x="274487" y="475397"/>
                      <a:pt x="281330" y="484118"/>
                      <a:pt x="289781" y="494447"/>
                    </a:cubicBezTo>
                    <a:cubicBezTo>
                      <a:pt x="298233" y="504778"/>
                      <a:pt x="311246" y="524097"/>
                      <a:pt x="321175" y="529866"/>
                    </a:cubicBezTo>
                    <a:cubicBezTo>
                      <a:pt x="331102" y="535634"/>
                      <a:pt x="333383" y="536305"/>
                      <a:pt x="349348" y="529061"/>
                    </a:cubicBezTo>
                    <a:cubicBezTo>
                      <a:pt x="365312" y="521816"/>
                      <a:pt x="399657" y="499680"/>
                      <a:pt x="416963" y="486398"/>
                    </a:cubicBezTo>
                    <a:cubicBezTo>
                      <a:pt x="434270" y="473116"/>
                      <a:pt x="444331" y="459298"/>
                      <a:pt x="453186" y="449370"/>
                    </a:cubicBezTo>
                    <a:cubicBezTo>
                      <a:pt x="462041" y="439443"/>
                      <a:pt x="466601" y="434746"/>
                      <a:pt x="470089" y="426831"/>
                    </a:cubicBezTo>
                    <a:cubicBezTo>
                      <a:pt x="473577" y="418917"/>
                      <a:pt x="471968" y="409526"/>
                      <a:pt x="474115" y="401878"/>
                    </a:cubicBezTo>
                    <a:cubicBezTo>
                      <a:pt x="476261" y="394231"/>
                      <a:pt x="480688" y="390341"/>
                      <a:pt x="482969" y="380949"/>
                    </a:cubicBezTo>
                    <a:cubicBezTo>
                      <a:pt x="485249" y="371558"/>
                      <a:pt x="484847" y="352373"/>
                      <a:pt x="487799" y="345532"/>
                    </a:cubicBezTo>
                    <a:cubicBezTo>
                      <a:pt x="490750" y="338689"/>
                      <a:pt x="496788" y="343787"/>
                      <a:pt x="500678" y="339897"/>
                    </a:cubicBezTo>
                    <a:cubicBezTo>
                      <a:pt x="504569" y="336006"/>
                      <a:pt x="508996" y="331177"/>
                      <a:pt x="511142" y="322188"/>
                    </a:cubicBezTo>
                    <a:cubicBezTo>
                      <a:pt x="513289" y="313199"/>
                      <a:pt x="511947" y="299515"/>
                      <a:pt x="513557" y="285965"/>
                    </a:cubicBezTo>
                    <a:cubicBezTo>
                      <a:pt x="515167" y="272415"/>
                      <a:pt x="520131" y="252425"/>
                      <a:pt x="520801" y="240888"/>
                    </a:cubicBezTo>
                    <a:cubicBezTo>
                      <a:pt x="521473" y="229350"/>
                      <a:pt x="520131" y="222508"/>
                      <a:pt x="517582" y="216739"/>
                    </a:cubicBezTo>
                    <a:lnTo>
                      <a:pt x="505508" y="206274"/>
                    </a:lnTo>
                    <a:cubicBezTo>
                      <a:pt x="501482" y="205872"/>
                      <a:pt x="496788" y="209897"/>
                      <a:pt x="493433" y="214324"/>
                    </a:cubicBezTo>
                    <a:cubicBezTo>
                      <a:pt x="490893" y="217677"/>
                      <a:pt x="489661" y="229032"/>
                      <a:pt x="487525" y="232413"/>
                    </a:cubicBezTo>
                    <a:lnTo>
                      <a:pt x="486770" y="223363"/>
                    </a:lnTo>
                    <a:lnTo>
                      <a:pt x="488165" y="195462"/>
                    </a:lnTo>
                    <a:lnTo>
                      <a:pt x="490482" y="198762"/>
                    </a:lnTo>
                    <a:cubicBezTo>
                      <a:pt x="492986" y="200550"/>
                      <a:pt x="494238" y="195185"/>
                      <a:pt x="496921" y="194469"/>
                    </a:cubicBezTo>
                    <a:cubicBezTo>
                      <a:pt x="499604" y="193754"/>
                      <a:pt x="503002" y="193217"/>
                      <a:pt x="506581" y="194469"/>
                    </a:cubicBezTo>
                    <a:cubicBezTo>
                      <a:pt x="510158" y="195721"/>
                      <a:pt x="516419" y="202876"/>
                      <a:pt x="518386" y="201981"/>
                    </a:cubicBezTo>
                    <a:cubicBezTo>
                      <a:pt x="519370" y="201534"/>
                      <a:pt x="519370" y="200774"/>
                      <a:pt x="519124" y="198896"/>
                    </a:cubicBezTo>
                    <a:lnTo>
                      <a:pt x="518386" y="189102"/>
                    </a:lnTo>
                    <a:cubicBezTo>
                      <a:pt x="518391" y="189053"/>
                      <a:pt x="521603" y="159753"/>
                      <a:pt x="518386" y="142952"/>
                    </a:cubicBezTo>
                    <a:cubicBezTo>
                      <a:pt x="515167" y="126137"/>
                      <a:pt x="506760" y="103778"/>
                      <a:pt x="499068" y="88215"/>
                    </a:cubicBezTo>
                    <a:cubicBezTo>
                      <a:pt x="491376" y="72652"/>
                      <a:pt x="479213" y="57627"/>
                      <a:pt x="472236" y="49577"/>
                    </a:cubicBezTo>
                    <a:cubicBezTo>
                      <a:pt x="465260" y="41528"/>
                      <a:pt x="466154" y="44211"/>
                      <a:pt x="457210" y="39918"/>
                    </a:cubicBezTo>
                    <a:cubicBezTo>
                      <a:pt x="448266" y="35625"/>
                      <a:pt x="435030" y="29722"/>
                      <a:pt x="418572" y="23818"/>
                    </a:cubicBezTo>
                    <a:cubicBezTo>
                      <a:pt x="402117" y="17916"/>
                      <a:pt x="375821" y="8435"/>
                      <a:pt x="358470" y="4500"/>
                    </a:cubicBezTo>
                    <a:cubicBezTo>
                      <a:pt x="341118" y="564"/>
                      <a:pt x="326630" y="-509"/>
                      <a:pt x="314467" y="207"/>
                    </a:cubicBezTo>
                    <a:close/>
                  </a:path>
                </a:pathLst>
              </a:custGeom>
              <a:solidFill>
                <a:schemeClr val="tx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2303" tIns="41153" rIns="82303" bIns="41153" rtlCol="0" anchor="ctr"/>
              <a:lstStyle/>
              <a:p>
                <a:pPr algn="ctr" defTabSz="617220"/>
                <a:endParaRPr lang="en-US" sz="2160" dirty="0">
                  <a:solidFill>
                    <a:prstClr val="white"/>
                  </a:solidFill>
                  <a:latin typeface="微软雅黑" panose="020B0503020204020204" pitchFamily="34" charset="-122"/>
                  <a:ea typeface="幼圆" panose="02010509060101010101" charset="-122"/>
                </a:endParaRPr>
              </a:p>
            </p:txBody>
          </p:sp>
        </p:grpSp>
      </p:grpSp>
      <p:grpSp>
        <p:nvGrpSpPr>
          <p:cNvPr id="55" name="组合 54"/>
          <p:cNvGrpSpPr/>
          <p:nvPr/>
        </p:nvGrpSpPr>
        <p:grpSpPr>
          <a:xfrm>
            <a:off x="2536014" y="5713863"/>
            <a:ext cx="3452127" cy="497207"/>
            <a:chOff x="2953483" y="3742767"/>
            <a:chExt cx="2876769" cy="414338"/>
          </a:xfrm>
        </p:grpSpPr>
        <p:sp>
          <p:nvSpPr>
            <p:cNvPr id="56" name="文本框 8"/>
            <p:cNvSpPr txBox="1"/>
            <p:nvPr/>
          </p:nvSpPr>
          <p:spPr>
            <a:xfrm>
              <a:off x="3541080" y="3777575"/>
              <a:ext cx="2289172" cy="313266"/>
            </a:xfrm>
            <a:prstGeom prst="rect">
              <a:avLst/>
            </a:prstGeom>
            <a:noFill/>
          </p:spPr>
          <p:txBody>
            <a:bodyPr wrap="none" lIns="82296" tIns="41148" rIns="82296" bIns="41148" rtlCol="0">
              <a:spAutoFit/>
            </a:bodyPr>
            <a:lstStyle/>
            <a:p>
              <a:pPr defTabSz="1097280"/>
              <a:r>
                <a:rPr lang="zh-CN" altLang="en-US" sz="1920" b="1" dirty="0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汇报人：田韵、</a:t>
              </a:r>
              <a:r>
                <a:rPr lang="zh-CN" altLang="en-US" sz="1920" b="1" dirty="0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匡欣怡  </a:t>
              </a:r>
              <a:endParaRPr lang="zh-CN" altLang="en-US" sz="192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57" name="组合 56"/>
            <p:cNvGrpSpPr/>
            <p:nvPr/>
          </p:nvGrpSpPr>
          <p:grpSpPr>
            <a:xfrm>
              <a:off x="2953483" y="3742767"/>
              <a:ext cx="414338" cy="414338"/>
              <a:chOff x="3937978" y="5180856"/>
              <a:chExt cx="552450" cy="552450"/>
            </a:xfrm>
          </p:grpSpPr>
          <p:sp>
            <p:nvSpPr>
              <p:cNvPr id="58" name="椭圆 57"/>
              <p:cNvSpPr/>
              <p:nvPr/>
            </p:nvSpPr>
            <p:spPr>
              <a:xfrm>
                <a:off x="3937978" y="5180856"/>
                <a:ext cx="552450" cy="552450"/>
              </a:xfrm>
              <a:prstGeom prst="ellipse">
                <a:avLst/>
              </a:prstGeom>
              <a:solidFill>
                <a:srgbClr val="FFFFFF">
                  <a:alpha val="6117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1097280"/>
                <a:r>
                  <a:rPr lang="en-US" altLang="zh-CN" sz="2160" dirty="0">
                    <a:solidFill>
                      <a:prstClr val="white"/>
                    </a:solidFill>
                    <a:latin typeface="Calibri" panose="020F0502020204030204"/>
                    <a:ea typeface="幼圆" panose="02010509060101010101" charset="-122"/>
                  </a:rPr>
                  <a:t>X</a:t>
                </a:r>
                <a:endParaRPr lang="zh-CN" altLang="en-US" sz="2160" dirty="0">
                  <a:solidFill>
                    <a:prstClr val="white"/>
                  </a:solidFill>
                  <a:latin typeface="Calibri" panose="020F0502020204030204"/>
                  <a:ea typeface="幼圆" panose="02010509060101010101" charset="-122"/>
                </a:endParaRPr>
              </a:p>
            </p:txBody>
          </p:sp>
          <p:grpSp>
            <p:nvGrpSpPr>
              <p:cNvPr id="59" name="Group 38"/>
              <p:cNvGrpSpPr/>
              <p:nvPr/>
            </p:nvGrpSpPr>
            <p:grpSpPr>
              <a:xfrm>
                <a:off x="4022991" y="5324161"/>
                <a:ext cx="348415" cy="247981"/>
                <a:chOff x="5326857" y="2779521"/>
                <a:chExt cx="2283619" cy="2167129"/>
              </a:xfrm>
              <a:solidFill>
                <a:schemeClr val="bg1"/>
              </a:solidFill>
            </p:grpSpPr>
            <p:sp>
              <p:nvSpPr>
                <p:cNvPr id="60" name="Freeform 45"/>
                <p:cNvSpPr/>
                <p:nvPr/>
              </p:nvSpPr>
              <p:spPr>
                <a:xfrm>
                  <a:off x="5326857" y="3228975"/>
                  <a:ext cx="1147085" cy="1083469"/>
                </a:xfrm>
                <a:custGeom>
                  <a:avLst/>
                  <a:gdLst>
                    <a:gd name="connsiteX0" fmla="*/ 1090612 w 1147085"/>
                    <a:gd name="connsiteY0" fmla="*/ 0 h 1083469"/>
                    <a:gd name="connsiteX1" fmla="*/ 1147085 w 1147085"/>
                    <a:gd name="connsiteY1" fmla="*/ 460567 h 1083469"/>
                    <a:gd name="connsiteX2" fmla="*/ 1078295 w 1147085"/>
                    <a:gd name="connsiteY2" fmla="*/ 504743 h 1083469"/>
                    <a:gd name="connsiteX3" fmla="*/ 1025237 w 1147085"/>
                    <a:gd name="connsiteY3" fmla="*/ 72025 h 1083469"/>
                    <a:gd name="connsiteX4" fmla="*/ 79622 w 1147085"/>
                    <a:gd name="connsiteY4" fmla="*/ 171129 h 1083469"/>
                    <a:gd name="connsiteX5" fmla="*/ 186985 w 1147085"/>
                    <a:gd name="connsiteY5" fmla="*/ 990798 h 1083469"/>
                    <a:gd name="connsiteX6" fmla="*/ 186985 w 1147085"/>
                    <a:gd name="connsiteY6" fmla="*/ 1011445 h 1083469"/>
                    <a:gd name="connsiteX7" fmla="*/ 977729 w 1147085"/>
                    <a:gd name="connsiteY7" fmla="*/ 857154 h 1083469"/>
                    <a:gd name="connsiteX8" fmla="*/ 977729 w 1147085"/>
                    <a:gd name="connsiteY8" fmla="*/ 916854 h 1083469"/>
                    <a:gd name="connsiteX9" fmla="*/ 123825 w 1147085"/>
                    <a:gd name="connsiteY9" fmla="*/ 1083469 h 1083469"/>
                    <a:gd name="connsiteX10" fmla="*/ 0 w 1147085"/>
                    <a:gd name="connsiteY10" fmla="*/ 114300 h 1083469"/>
                    <a:gd name="connsiteX11" fmla="*/ 1090612 w 1147085"/>
                    <a:gd name="connsiteY11" fmla="*/ 0 h 1083469"/>
                    <a:gd name="connsiteX0-1" fmla="*/ 1090612 w 1147085"/>
                    <a:gd name="connsiteY0-2" fmla="*/ 0 h 1083469"/>
                    <a:gd name="connsiteX1-3" fmla="*/ 1147085 w 1147085"/>
                    <a:gd name="connsiteY1-4" fmla="*/ 460567 h 1083469"/>
                    <a:gd name="connsiteX2-5" fmla="*/ 1078295 w 1147085"/>
                    <a:gd name="connsiteY2-6" fmla="*/ 504743 h 1083469"/>
                    <a:gd name="connsiteX3-7" fmla="*/ 1025237 w 1147085"/>
                    <a:gd name="connsiteY3-8" fmla="*/ 72025 h 1083469"/>
                    <a:gd name="connsiteX4-9" fmla="*/ 79622 w 1147085"/>
                    <a:gd name="connsiteY4-10" fmla="*/ 171129 h 1083469"/>
                    <a:gd name="connsiteX5-11" fmla="*/ 186985 w 1147085"/>
                    <a:gd name="connsiteY5-12" fmla="*/ 1011445 h 1083469"/>
                    <a:gd name="connsiteX6-13" fmla="*/ 977729 w 1147085"/>
                    <a:gd name="connsiteY6-14" fmla="*/ 857154 h 1083469"/>
                    <a:gd name="connsiteX7-15" fmla="*/ 977729 w 1147085"/>
                    <a:gd name="connsiteY7-16" fmla="*/ 916854 h 1083469"/>
                    <a:gd name="connsiteX8-17" fmla="*/ 123825 w 1147085"/>
                    <a:gd name="connsiteY8-18" fmla="*/ 1083469 h 1083469"/>
                    <a:gd name="connsiteX9-19" fmla="*/ 0 w 1147085"/>
                    <a:gd name="connsiteY9-20" fmla="*/ 114300 h 1083469"/>
                    <a:gd name="connsiteX10-21" fmla="*/ 1090612 w 1147085"/>
                    <a:gd name="connsiteY10-22" fmla="*/ 0 h 1083469"/>
                  </a:gdLst>
                  <a:ahLst/>
                  <a:cxnLst>
                    <a:cxn ang="0">
                      <a:pos x="connsiteX0-1" y="connsiteY0-2"/>
                    </a:cxn>
                    <a:cxn ang="0">
                      <a:pos x="connsiteX1-3" y="connsiteY1-4"/>
                    </a:cxn>
                    <a:cxn ang="0">
                      <a:pos x="connsiteX2-5" y="connsiteY2-6"/>
                    </a:cxn>
                    <a:cxn ang="0">
                      <a:pos x="connsiteX3-7" y="connsiteY3-8"/>
                    </a:cxn>
                    <a:cxn ang="0">
                      <a:pos x="connsiteX4-9" y="connsiteY4-10"/>
                    </a:cxn>
                    <a:cxn ang="0">
                      <a:pos x="connsiteX5-11" y="connsiteY5-12"/>
                    </a:cxn>
                    <a:cxn ang="0">
                      <a:pos x="connsiteX6-13" y="connsiteY6-14"/>
                    </a:cxn>
                    <a:cxn ang="0">
                      <a:pos x="connsiteX7-15" y="connsiteY7-16"/>
                    </a:cxn>
                    <a:cxn ang="0">
                      <a:pos x="connsiteX8-17" y="connsiteY8-18"/>
                    </a:cxn>
                    <a:cxn ang="0">
                      <a:pos x="connsiteX9-19" y="connsiteY9-20"/>
                    </a:cxn>
                    <a:cxn ang="0">
                      <a:pos x="connsiteX10-21" y="connsiteY10-22"/>
                    </a:cxn>
                  </a:cxnLst>
                  <a:rect l="l" t="t" r="r" b="b"/>
                  <a:pathLst>
                    <a:path w="1147085" h="1083469">
                      <a:moveTo>
                        <a:pt x="1090612" y="0"/>
                      </a:moveTo>
                      <a:lnTo>
                        <a:pt x="1147085" y="460567"/>
                      </a:lnTo>
                      <a:cubicBezTo>
                        <a:pt x="1121629" y="471368"/>
                        <a:pt x="1098257" y="486098"/>
                        <a:pt x="1078295" y="504743"/>
                      </a:cubicBezTo>
                      <a:lnTo>
                        <a:pt x="1025237" y="72025"/>
                      </a:lnTo>
                      <a:lnTo>
                        <a:pt x="79622" y="171129"/>
                      </a:lnTo>
                      <a:lnTo>
                        <a:pt x="186985" y="1011445"/>
                      </a:lnTo>
                      <a:lnTo>
                        <a:pt x="977729" y="857154"/>
                      </a:lnTo>
                      <a:lnTo>
                        <a:pt x="977729" y="916854"/>
                      </a:lnTo>
                      <a:lnTo>
                        <a:pt x="123825" y="1083469"/>
                      </a:lnTo>
                      <a:lnTo>
                        <a:pt x="0" y="114300"/>
                      </a:lnTo>
                      <a:lnTo>
                        <a:pt x="1090612" y="0"/>
                      </a:lnTo>
                      <a:close/>
                    </a:path>
                  </a:pathLst>
                </a:custGeom>
                <a:solidFill>
                  <a:schemeClr val="tx2">
                    <a:lumMod val="75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109723" tIns="54863" rIns="109723" bIns="54863" numCol="1" rtlCol="0" anchor="ctr" anchorCtr="0" compatLnSpc="1"/>
                <a:lstStyle/>
                <a:p>
                  <a:pPr algn="ctr" defTabSz="617220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1560" dirty="0">
                    <a:solidFill>
                      <a:prstClr val="white"/>
                    </a:solidFill>
                    <a:latin typeface="Calibri" panose="020F0502020204030204"/>
                    <a:ea typeface="幼圆" panose="02010509060101010101" charset="-122"/>
                  </a:endParaRPr>
                </a:p>
              </p:txBody>
            </p:sp>
            <p:sp>
              <p:nvSpPr>
                <p:cNvPr id="61" name="Oval 23"/>
                <p:cNvSpPr/>
                <p:nvPr/>
              </p:nvSpPr>
              <p:spPr bwMode="auto">
                <a:xfrm>
                  <a:off x="5472973" y="4217016"/>
                  <a:ext cx="831613" cy="51532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1613" h="515322">
                      <a:moveTo>
                        <a:pt x="656506" y="0"/>
                      </a:moveTo>
                      <a:cubicBezTo>
                        <a:pt x="722980" y="12459"/>
                        <a:pt x="782484" y="33487"/>
                        <a:pt x="831613" y="60220"/>
                      </a:cubicBezTo>
                      <a:lnTo>
                        <a:pt x="831613" y="156807"/>
                      </a:lnTo>
                      <a:lnTo>
                        <a:pt x="790343" y="156807"/>
                      </a:lnTo>
                      <a:cubicBezTo>
                        <a:pt x="689578" y="156807"/>
                        <a:pt x="607892" y="247187"/>
                        <a:pt x="607892" y="358678"/>
                      </a:cubicBezTo>
                      <a:cubicBezTo>
                        <a:pt x="607892" y="412735"/>
                        <a:pt x="627095" y="461830"/>
                        <a:pt x="658968" y="497546"/>
                      </a:cubicBezTo>
                      <a:cubicBezTo>
                        <a:pt x="605816" y="509342"/>
                        <a:pt x="548050" y="515322"/>
                        <a:pt x="487726" y="515322"/>
                      </a:cubicBezTo>
                      <a:cubicBezTo>
                        <a:pt x="218362" y="515322"/>
                        <a:pt x="0" y="396081"/>
                        <a:pt x="0" y="248990"/>
                      </a:cubicBezTo>
                      <a:cubicBezTo>
                        <a:pt x="0" y="198934"/>
                        <a:pt x="25288" y="152104"/>
                        <a:pt x="70263" y="113194"/>
                      </a:cubicBezTo>
                      <a:close/>
                    </a:path>
                  </a:pathLst>
                </a:custGeom>
                <a:solidFill>
                  <a:schemeClr val="tx2">
                    <a:lumMod val="75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109723" tIns="54863" rIns="109723" bIns="54863" numCol="1" rtlCol="0" anchor="ctr" anchorCtr="0" compatLnSpc="1"/>
                <a:lstStyle/>
                <a:p>
                  <a:pPr algn="ctr" defTabSz="617220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1560" dirty="0">
                    <a:solidFill>
                      <a:prstClr val="white"/>
                    </a:solidFill>
                    <a:latin typeface="Calibri" panose="020F0502020204030204"/>
                    <a:ea typeface="幼圆" panose="02010509060101010101" charset="-122"/>
                  </a:endParaRPr>
                </a:p>
              </p:txBody>
            </p:sp>
            <p:sp>
              <p:nvSpPr>
                <p:cNvPr id="62" name="Rounded Rectangle 13"/>
                <p:cNvSpPr/>
                <p:nvPr/>
              </p:nvSpPr>
              <p:spPr bwMode="auto">
                <a:xfrm>
                  <a:off x="6127748" y="3705225"/>
                  <a:ext cx="1375518" cy="1241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75518" h="1241425">
                      <a:moveTo>
                        <a:pt x="880211" y="0"/>
                      </a:moveTo>
                      <a:lnTo>
                        <a:pt x="1125002" y="0"/>
                      </a:lnTo>
                      <a:cubicBezTo>
                        <a:pt x="1202113" y="0"/>
                        <a:pt x="1271265" y="34077"/>
                        <a:pt x="1317403" y="88704"/>
                      </a:cubicBezTo>
                      <a:cubicBezTo>
                        <a:pt x="1244331" y="103169"/>
                        <a:pt x="1190628" y="168346"/>
                        <a:pt x="1190628" y="246066"/>
                      </a:cubicBezTo>
                      <a:lnTo>
                        <a:pt x="1190628" y="708029"/>
                      </a:lnTo>
                      <a:lnTo>
                        <a:pt x="929175" y="708029"/>
                      </a:lnTo>
                      <a:lnTo>
                        <a:pt x="803618" y="172438"/>
                      </a:lnTo>
                      <a:close/>
                      <a:moveTo>
                        <a:pt x="481554" y="0"/>
                      </a:moveTo>
                      <a:lnTo>
                        <a:pt x="726347" y="0"/>
                      </a:lnTo>
                      <a:lnTo>
                        <a:pt x="802940" y="172436"/>
                      </a:lnTo>
                      <a:lnTo>
                        <a:pt x="674361" y="720915"/>
                      </a:lnTo>
                      <a:cubicBezTo>
                        <a:pt x="614856" y="745801"/>
                        <a:pt x="573090" y="804586"/>
                        <a:pt x="573090" y="873128"/>
                      </a:cubicBezTo>
                      <a:cubicBezTo>
                        <a:pt x="573090" y="964310"/>
                        <a:pt x="647007" y="1038227"/>
                        <a:pt x="738189" y="1038227"/>
                      </a:cubicBezTo>
                      <a:lnTo>
                        <a:pt x="1375518" y="1038227"/>
                      </a:lnTo>
                      <a:cubicBezTo>
                        <a:pt x="1351252" y="1154299"/>
                        <a:pt x="1248302" y="1241425"/>
                        <a:pt x="1125002" y="1241425"/>
                      </a:cubicBezTo>
                      <a:lnTo>
                        <a:pt x="481554" y="1241425"/>
                      </a:lnTo>
                      <a:cubicBezTo>
                        <a:pt x="358254" y="1241425"/>
                        <a:pt x="255302" y="1154298"/>
                        <a:pt x="231037" y="1038224"/>
                      </a:cubicBezTo>
                      <a:lnTo>
                        <a:pt x="165099" y="1038224"/>
                      </a:lnTo>
                      <a:cubicBezTo>
                        <a:pt x="73917" y="1038224"/>
                        <a:pt x="0" y="964307"/>
                        <a:pt x="0" y="873125"/>
                      </a:cubicBezTo>
                      <a:cubicBezTo>
                        <a:pt x="0" y="781943"/>
                        <a:pt x="73917" y="708026"/>
                        <a:pt x="165099" y="708026"/>
                      </a:cubicBezTo>
                      <a:lnTo>
                        <a:pt x="225428" y="708026"/>
                      </a:lnTo>
                      <a:lnTo>
                        <a:pt x="225428" y="256126"/>
                      </a:lnTo>
                      <a:cubicBezTo>
                        <a:pt x="225428" y="114672"/>
                        <a:pt x="340100" y="0"/>
                        <a:pt x="481554" y="0"/>
                      </a:cubicBezTo>
                      <a:close/>
                    </a:path>
                  </a:pathLst>
                </a:custGeom>
                <a:solidFill>
                  <a:schemeClr val="tx2">
                    <a:lumMod val="75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109723" tIns="54863" rIns="109723" bIns="54863" numCol="1" rtlCol="0" anchor="ctr" anchorCtr="0" compatLnSpc="1"/>
                <a:lstStyle/>
                <a:p>
                  <a:pPr algn="ctr" defTabSz="617220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1560" dirty="0">
                    <a:solidFill>
                      <a:prstClr val="white"/>
                    </a:solidFill>
                    <a:latin typeface="Calibri" panose="020F0502020204030204"/>
                    <a:ea typeface="幼圆" panose="02010509060101010101" charset="-122"/>
                  </a:endParaRPr>
                </a:p>
              </p:txBody>
            </p:sp>
            <p:sp>
              <p:nvSpPr>
                <p:cNvPr id="63" name="Oval 57"/>
                <p:cNvSpPr/>
                <p:nvPr/>
              </p:nvSpPr>
              <p:spPr bwMode="auto">
                <a:xfrm>
                  <a:off x="6524624" y="2779521"/>
                  <a:ext cx="835025" cy="835025"/>
                </a:xfrm>
                <a:prstGeom prst="ellipse">
                  <a:avLst/>
                </a:prstGeom>
                <a:solidFill>
                  <a:schemeClr val="tx2">
                    <a:lumMod val="75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109723" tIns="54863" rIns="109723" bIns="54863" numCol="1" rtlCol="0" anchor="ctr" anchorCtr="0" compatLnSpc="1"/>
                <a:lstStyle/>
                <a:p>
                  <a:pPr algn="ctr" defTabSz="617220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1560" dirty="0">
                    <a:solidFill>
                      <a:prstClr val="white"/>
                    </a:solidFill>
                    <a:latin typeface="Calibri" panose="020F0502020204030204"/>
                    <a:ea typeface="幼圆" panose="02010509060101010101" charset="-122"/>
                  </a:endParaRPr>
                </a:p>
              </p:txBody>
            </p:sp>
            <p:sp>
              <p:nvSpPr>
                <p:cNvPr id="64" name="Rounded Rectangle 14"/>
                <p:cNvSpPr/>
                <p:nvPr/>
              </p:nvSpPr>
              <p:spPr bwMode="auto">
                <a:xfrm>
                  <a:off x="6740522" y="3829050"/>
                  <a:ext cx="869954" cy="874713"/>
                </a:xfrm>
                <a:custGeom>
                  <a:avLst/>
                  <a:gdLst>
                    <a:gd name="connsiteX0" fmla="*/ 744540 w 869954"/>
                    <a:gd name="connsiteY0" fmla="*/ 0 h 874713"/>
                    <a:gd name="connsiteX1" fmla="*/ 869954 w 869954"/>
                    <a:gd name="connsiteY1" fmla="*/ 125414 h 874713"/>
                    <a:gd name="connsiteX2" fmla="*/ 869953 w 869954"/>
                    <a:gd name="connsiteY2" fmla="*/ 706437 h 874713"/>
                    <a:gd name="connsiteX3" fmla="*/ 869952 w 869954"/>
                    <a:gd name="connsiteY3" fmla="*/ 749299 h 874713"/>
                    <a:gd name="connsiteX4" fmla="*/ 744538 w 869954"/>
                    <a:gd name="connsiteY4" fmla="*/ 874713 h 874713"/>
                    <a:gd name="connsiteX5" fmla="*/ 125414 w 869954"/>
                    <a:gd name="connsiteY5" fmla="*/ 874712 h 874713"/>
                    <a:gd name="connsiteX6" fmla="*/ 0 w 869954"/>
                    <a:gd name="connsiteY6" fmla="*/ 749298 h 874713"/>
                    <a:gd name="connsiteX7" fmla="*/ 1 w 869954"/>
                    <a:gd name="connsiteY7" fmla="*/ 749299 h 874713"/>
                    <a:gd name="connsiteX8" fmla="*/ 125415 w 869954"/>
                    <a:gd name="connsiteY8" fmla="*/ 623885 h 874713"/>
                    <a:gd name="connsiteX9" fmla="*/ 619126 w 869954"/>
                    <a:gd name="connsiteY9" fmla="*/ 623885 h 874713"/>
                    <a:gd name="connsiteX10" fmla="*/ 619126 w 869954"/>
                    <a:gd name="connsiteY10" fmla="*/ 125414 h 874713"/>
                    <a:gd name="connsiteX11" fmla="*/ 744540 w 869954"/>
                    <a:gd name="connsiteY11" fmla="*/ 0 h 8747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869954" h="874713">
                      <a:moveTo>
                        <a:pt x="744540" y="0"/>
                      </a:moveTo>
                      <a:cubicBezTo>
                        <a:pt x="813804" y="0"/>
                        <a:pt x="869954" y="56150"/>
                        <a:pt x="869954" y="125414"/>
                      </a:cubicBezTo>
                      <a:cubicBezTo>
                        <a:pt x="869954" y="319088"/>
                        <a:pt x="869953" y="512763"/>
                        <a:pt x="869953" y="706437"/>
                      </a:cubicBezTo>
                      <a:cubicBezTo>
                        <a:pt x="869953" y="720724"/>
                        <a:pt x="869952" y="735012"/>
                        <a:pt x="869952" y="749299"/>
                      </a:cubicBezTo>
                      <a:cubicBezTo>
                        <a:pt x="869952" y="818563"/>
                        <a:pt x="813802" y="874713"/>
                        <a:pt x="744538" y="874713"/>
                      </a:cubicBezTo>
                      <a:lnTo>
                        <a:pt x="125414" y="874712"/>
                      </a:lnTo>
                      <a:cubicBezTo>
                        <a:pt x="56150" y="874712"/>
                        <a:pt x="0" y="818562"/>
                        <a:pt x="0" y="749298"/>
                      </a:cubicBezTo>
                      <a:lnTo>
                        <a:pt x="1" y="749299"/>
                      </a:lnTo>
                      <a:cubicBezTo>
                        <a:pt x="1" y="680035"/>
                        <a:pt x="56151" y="623885"/>
                        <a:pt x="125415" y="623885"/>
                      </a:cubicBezTo>
                      <a:lnTo>
                        <a:pt x="619126" y="623885"/>
                      </a:lnTo>
                      <a:lnTo>
                        <a:pt x="619126" y="125414"/>
                      </a:lnTo>
                      <a:cubicBezTo>
                        <a:pt x="619126" y="56150"/>
                        <a:pt x="675276" y="0"/>
                        <a:pt x="744540" y="0"/>
                      </a:cubicBezTo>
                      <a:close/>
                    </a:path>
                  </a:pathLst>
                </a:custGeom>
                <a:solidFill>
                  <a:schemeClr val="tx2">
                    <a:lumMod val="75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109723" tIns="54863" rIns="109723" bIns="54863" numCol="1" rtlCol="0" anchor="ctr" anchorCtr="0" compatLnSpc="1"/>
                <a:lstStyle/>
                <a:p>
                  <a:pPr algn="ctr" defTabSz="617220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1560" dirty="0">
                    <a:solidFill>
                      <a:prstClr val="white"/>
                    </a:solidFill>
                    <a:latin typeface="Calibri" panose="020F0502020204030204"/>
                    <a:ea typeface="幼圆" panose="02010509060101010101" charset="-122"/>
                  </a:endParaRPr>
                </a:p>
              </p:txBody>
            </p:sp>
          </p:grpSp>
        </p:grpSp>
      </p:grpSp>
      <p:pic>
        <p:nvPicPr>
          <p:cNvPr id="67" name="图片 66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8377" y="1193399"/>
            <a:ext cx="2100869" cy="210086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11000"/>
    </mc:Choice>
    <mc:Fallback>
      <p:transition spd="slow" advClick="0" advTm="1100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任意多边形 1"/>
          <p:cNvSpPr/>
          <p:nvPr/>
        </p:nvSpPr>
        <p:spPr>
          <a:xfrm rot="16200000">
            <a:off x="3559939" y="1870714"/>
            <a:ext cx="3901440" cy="2726055"/>
          </a:xfrm>
          <a:custGeom>
            <a:avLst/>
            <a:gdLst>
              <a:gd name="connsiteX0" fmla="*/ 1030079 w 2883578"/>
              <a:gd name="connsiteY0" fmla="*/ 0 h 2418446"/>
              <a:gd name="connsiteX1" fmla="*/ 1053716 w 2883578"/>
              <a:gd name="connsiteY1" fmla="*/ 43547 h 2418446"/>
              <a:gd name="connsiteX2" fmla="*/ 1441789 w 2883578"/>
              <a:gd name="connsiteY2" fmla="*/ 249884 h 2418446"/>
              <a:gd name="connsiteX3" fmla="*/ 1829862 w 2883578"/>
              <a:gd name="connsiteY3" fmla="*/ 43547 h 2418446"/>
              <a:gd name="connsiteX4" fmla="*/ 1853499 w 2883578"/>
              <a:gd name="connsiteY4" fmla="*/ 0 h 2418446"/>
              <a:gd name="connsiteX5" fmla="*/ 2883578 w 2883578"/>
              <a:gd name="connsiteY5" fmla="*/ 2418446 h 2418446"/>
              <a:gd name="connsiteX6" fmla="*/ 0 w 2883578"/>
              <a:gd name="connsiteY6" fmla="*/ 2418446 h 24184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883578" h="2418446">
                <a:moveTo>
                  <a:pt x="1030079" y="0"/>
                </a:moveTo>
                <a:lnTo>
                  <a:pt x="1053716" y="43547"/>
                </a:lnTo>
                <a:cubicBezTo>
                  <a:pt x="1137819" y="168036"/>
                  <a:pt x="1280246" y="249884"/>
                  <a:pt x="1441789" y="249884"/>
                </a:cubicBezTo>
                <a:cubicBezTo>
                  <a:pt x="1603332" y="249884"/>
                  <a:pt x="1745759" y="168036"/>
                  <a:pt x="1829862" y="43547"/>
                </a:cubicBezTo>
                <a:lnTo>
                  <a:pt x="1853499" y="0"/>
                </a:lnTo>
                <a:lnTo>
                  <a:pt x="2883578" y="2418446"/>
                </a:lnTo>
                <a:lnTo>
                  <a:pt x="0" y="2418446"/>
                </a:lnTo>
                <a:close/>
              </a:path>
            </a:pathLst>
          </a:custGeom>
          <a:gradFill flip="none" rotWithShape="1">
            <a:gsLst>
              <a:gs pos="0">
                <a:schemeClr val="tx2">
                  <a:lumMod val="75000"/>
                </a:schemeClr>
              </a:gs>
              <a:gs pos="100000">
                <a:sysClr val="window" lastClr="FFFFFF">
                  <a:alpha val="0"/>
                </a:sysClr>
              </a:gs>
            </a:gsLst>
            <a:lin ang="540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lIns="950171" tIns="54851" rIns="950171" bIns="54851" anchor="ctr"/>
          <a:lstStyle/>
          <a:p>
            <a:pPr algn="ctr" defTabSz="1097280">
              <a:lnSpc>
                <a:spcPct val="130000"/>
              </a:lnSpc>
              <a:defRPr/>
            </a:pPr>
            <a:endParaRPr lang="zh-CN" altLang="en-US" sz="2160" kern="0" dirty="0">
              <a:solidFill>
                <a:prstClr val="black">
                  <a:lumMod val="50000"/>
                  <a:lumOff val="50000"/>
                </a:prst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3" name="组合 2"/>
          <p:cNvGrpSpPr/>
          <p:nvPr>
            <p:custDataLst>
              <p:tags r:id="rId1"/>
            </p:custDataLst>
          </p:nvPr>
        </p:nvGrpSpPr>
        <p:grpSpPr>
          <a:xfrm>
            <a:off x="6481233" y="1261971"/>
            <a:ext cx="3370679" cy="432436"/>
            <a:chOff x="4542755" y="1051718"/>
            <a:chExt cx="2808899" cy="360363"/>
          </a:xfrm>
        </p:grpSpPr>
        <p:sp>
          <p:nvSpPr>
            <p:cNvPr id="4" name="矩形 3"/>
            <p:cNvSpPr/>
            <p:nvPr/>
          </p:nvSpPr>
          <p:spPr>
            <a:xfrm>
              <a:off x="4869780" y="1069181"/>
              <a:ext cx="2481874" cy="323850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  <a:effectLst/>
          </p:spPr>
          <p:txBody>
            <a:bodyPr anchor="ctr"/>
            <a:lstStyle/>
            <a:p>
              <a:pPr defTabSz="1097280"/>
              <a:endParaRPr lang="en-US" altLang="zh-CN" sz="24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" name="椭圆 4"/>
            <p:cNvSpPr/>
            <p:nvPr>
              <p:custDataLst>
                <p:tags r:id="rId2"/>
              </p:custDataLst>
            </p:nvPr>
          </p:nvSpPr>
          <p:spPr>
            <a:xfrm>
              <a:off x="4542755" y="1051718"/>
              <a:ext cx="360362" cy="360363"/>
            </a:xfrm>
            <a:prstGeom prst="ellipse">
              <a:avLst/>
            </a:prstGeom>
            <a:solidFill>
              <a:schemeClr val="tx2">
                <a:lumMod val="75000"/>
              </a:schemeClr>
            </a:solidFill>
            <a:ln w="38100" cap="flat" cmpd="sng" algn="ctr">
              <a:solidFill>
                <a:sysClr val="window" lastClr="FFFFFF"/>
              </a:solidFill>
              <a:prstDash val="solid"/>
              <a:miter lim="800000"/>
            </a:ln>
            <a:effectLst/>
          </p:spPr>
          <p:txBody>
            <a:bodyPr anchor="ctr"/>
            <a:lstStyle/>
            <a:p>
              <a:pPr algn="ctr" defTabSz="1097280">
                <a:defRPr/>
              </a:pPr>
              <a:r>
                <a:rPr lang="en-US" altLang="zh-CN" sz="2160" kern="0" dirty="0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  <a:endParaRPr lang="zh-CN" altLang="en-US" sz="2160" kern="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6" name="组合 5"/>
          <p:cNvGrpSpPr/>
          <p:nvPr>
            <p:custDataLst>
              <p:tags r:id="rId3"/>
            </p:custDataLst>
          </p:nvPr>
        </p:nvGrpSpPr>
        <p:grpSpPr>
          <a:xfrm>
            <a:off x="6481233" y="2140652"/>
            <a:ext cx="3370679" cy="430531"/>
            <a:chOff x="4542755" y="1637506"/>
            <a:chExt cx="2808899" cy="358775"/>
          </a:xfrm>
        </p:grpSpPr>
        <p:sp>
          <p:nvSpPr>
            <p:cNvPr id="7" name="矩形 6"/>
            <p:cNvSpPr/>
            <p:nvPr/>
          </p:nvSpPr>
          <p:spPr>
            <a:xfrm>
              <a:off x="4869780" y="1654968"/>
              <a:ext cx="2481874" cy="323850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  <a:effectLst/>
          </p:spPr>
          <p:txBody>
            <a:bodyPr anchor="ctr"/>
            <a:lstStyle/>
            <a:p>
              <a:pPr defTabSz="1097280"/>
              <a:endParaRPr lang="en-US" altLang="zh-CN" sz="24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" name="椭圆 7"/>
            <p:cNvSpPr/>
            <p:nvPr>
              <p:custDataLst>
                <p:tags r:id="rId4"/>
              </p:custDataLst>
            </p:nvPr>
          </p:nvSpPr>
          <p:spPr>
            <a:xfrm>
              <a:off x="4542755" y="1637506"/>
              <a:ext cx="360362" cy="358775"/>
            </a:xfrm>
            <a:prstGeom prst="ellipse">
              <a:avLst/>
            </a:prstGeom>
            <a:solidFill>
              <a:schemeClr val="tx2">
                <a:lumMod val="75000"/>
              </a:schemeClr>
            </a:solidFill>
            <a:ln w="38100" cap="flat" cmpd="sng" algn="ctr">
              <a:solidFill>
                <a:sysClr val="window" lastClr="FFFFFF"/>
              </a:solidFill>
              <a:prstDash val="solid"/>
              <a:miter lim="800000"/>
            </a:ln>
            <a:effectLst/>
          </p:spPr>
          <p:txBody>
            <a:bodyPr anchor="ctr"/>
            <a:lstStyle/>
            <a:p>
              <a:pPr algn="ctr" defTabSz="1097280"/>
              <a:r>
                <a:rPr lang="en-US" altLang="zh-CN" sz="2160" kern="0" dirty="0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  <a:endParaRPr lang="zh-CN" altLang="en-US" sz="2160" kern="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9" name="组合 8"/>
          <p:cNvGrpSpPr/>
          <p:nvPr>
            <p:custDataLst>
              <p:tags r:id="rId5"/>
            </p:custDataLst>
          </p:nvPr>
        </p:nvGrpSpPr>
        <p:grpSpPr>
          <a:xfrm>
            <a:off x="6481231" y="3017428"/>
            <a:ext cx="2837347" cy="432435"/>
            <a:chOff x="4542755" y="2221706"/>
            <a:chExt cx="2364455" cy="360362"/>
          </a:xfrm>
        </p:grpSpPr>
        <p:sp>
          <p:nvSpPr>
            <p:cNvPr id="10" name="矩形 9"/>
            <p:cNvSpPr/>
            <p:nvPr/>
          </p:nvSpPr>
          <p:spPr>
            <a:xfrm>
              <a:off x="4869779" y="2240756"/>
              <a:ext cx="2037431" cy="323850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  <a:effectLst/>
          </p:spPr>
          <p:txBody>
            <a:bodyPr anchor="ctr"/>
            <a:lstStyle/>
            <a:p>
              <a:pPr defTabSz="1097280">
                <a:lnSpc>
                  <a:spcPct val="120000"/>
                </a:lnSpc>
              </a:pPr>
              <a:endParaRPr lang="en-US" altLang="zh-CN" sz="24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" name="椭圆 10"/>
            <p:cNvSpPr/>
            <p:nvPr>
              <p:custDataLst>
                <p:tags r:id="rId6"/>
              </p:custDataLst>
            </p:nvPr>
          </p:nvSpPr>
          <p:spPr>
            <a:xfrm>
              <a:off x="4542755" y="2221706"/>
              <a:ext cx="360362" cy="360362"/>
            </a:xfrm>
            <a:prstGeom prst="ellipse">
              <a:avLst/>
            </a:prstGeom>
            <a:solidFill>
              <a:schemeClr val="tx2">
                <a:lumMod val="75000"/>
              </a:schemeClr>
            </a:solidFill>
            <a:ln w="38100" cap="flat" cmpd="sng" algn="ctr">
              <a:solidFill>
                <a:sysClr val="window" lastClr="FFFFFF"/>
              </a:solidFill>
              <a:prstDash val="solid"/>
              <a:miter lim="800000"/>
            </a:ln>
            <a:effectLst/>
          </p:spPr>
          <p:txBody>
            <a:bodyPr anchor="ctr"/>
            <a:lstStyle/>
            <a:p>
              <a:pPr algn="ctr" defTabSz="1097280"/>
              <a:r>
                <a:rPr lang="en-US" altLang="zh-CN" sz="2160" kern="0" dirty="0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  <a:endParaRPr lang="zh-CN" altLang="en-US" sz="2160" kern="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21" name="组合 20"/>
          <p:cNvGrpSpPr/>
          <p:nvPr/>
        </p:nvGrpSpPr>
        <p:grpSpPr>
          <a:xfrm>
            <a:off x="609600" y="2224947"/>
            <a:ext cx="4708715" cy="1929956"/>
            <a:chOff x="0" y="1996995"/>
            <a:chExt cx="3923928" cy="1608297"/>
          </a:xfrm>
        </p:grpSpPr>
        <p:sp>
          <p:nvSpPr>
            <p:cNvPr id="22" name="矩形 21"/>
            <p:cNvSpPr/>
            <p:nvPr/>
          </p:nvSpPr>
          <p:spPr>
            <a:xfrm>
              <a:off x="0" y="2095384"/>
              <a:ext cx="2948360" cy="1461600"/>
            </a:xfrm>
            <a:prstGeom prst="rect">
              <a:avLst/>
            </a:prstGeom>
            <a:solidFill>
              <a:schemeClr val="tx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1097280"/>
              <a:endParaRPr lang="zh-CN" altLang="en-US" sz="216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2317378" y="1996995"/>
              <a:ext cx="1606550" cy="1608297"/>
            </a:xfrm>
            <a:prstGeom prst="ellipse">
              <a:avLst/>
            </a:prstGeom>
            <a:solidFill>
              <a:schemeClr val="bg1"/>
            </a:solidFill>
            <a:ln w="76200" cap="flat" cmpd="sng" algn="ctr">
              <a:noFill/>
              <a:prstDash val="solid"/>
              <a:miter lim="800000"/>
            </a:ln>
            <a:effectLst/>
          </p:spPr>
          <p:txBody>
            <a:bodyPr anchor="ctr"/>
            <a:lstStyle/>
            <a:p>
              <a:pPr algn="ctr" defTabSz="1097280">
                <a:lnSpc>
                  <a:spcPct val="130000"/>
                </a:lnSpc>
                <a:defRPr/>
              </a:pPr>
              <a:endParaRPr lang="zh-CN" altLang="en-US" sz="2880" b="1" kern="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25" name="组合 24"/>
          <p:cNvGrpSpPr/>
          <p:nvPr/>
        </p:nvGrpSpPr>
        <p:grpSpPr>
          <a:xfrm>
            <a:off x="-1" y="6523012"/>
            <a:ext cx="12192001" cy="362511"/>
            <a:chOff x="-480925" y="5435830"/>
            <a:chExt cx="9618457" cy="302092"/>
          </a:xfrm>
          <a:solidFill>
            <a:schemeClr val="tx2">
              <a:lumMod val="75000"/>
            </a:schemeClr>
          </a:solidFill>
        </p:grpSpPr>
        <p:sp>
          <p:nvSpPr>
            <p:cNvPr id="26" name="矩形 25"/>
            <p:cNvSpPr/>
            <p:nvPr/>
          </p:nvSpPr>
          <p:spPr>
            <a:xfrm>
              <a:off x="-480925" y="5435830"/>
              <a:ext cx="2322547" cy="30208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1097280"/>
              <a:endParaRPr lang="zh-CN" altLang="en-US" sz="216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" name="矩形 26"/>
            <p:cNvSpPr/>
            <p:nvPr/>
          </p:nvSpPr>
          <p:spPr>
            <a:xfrm>
              <a:off x="5471931" y="5435836"/>
              <a:ext cx="1841623" cy="30208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1097280"/>
              <a:endParaRPr lang="zh-CN" altLang="en-US" sz="216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8" name="矩形 27"/>
            <p:cNvSpPr/>
            <p:nvPr/>
          </p:nvSpPr>
          <p:spPr>
            <a:xfrm>
              <a:off x="1823977" y="5435836"/>
              <a:ext cx="1841623" cy="30208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1097280"/>
              <a:endParaRPr lang="zh-CN" altLang="en-US" sz="216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9" name="矩形 28"/>
            <p:cNvSpPr/>
            <p:nvPr/>
          </p:nvSpPr>
          <p:spPr>
            <a:xfrm>
              <a:off x="3647954" y="5435836"/>
              <a:ext cx="1841623" cy="30208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1097280"/>
              <a:endParaRPr lang="zh-CN" altLang="en-US" sz="216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0" name="矩形 29"/>
            <p:cNvSpPr/>
            <p:nvPr/>
          </p:nvSpPr>
          <p:spPr>
            <a:xfrm>
              <a:off x="7295909" y="5435836"/>
              <a:ext cx="1841623" cy="30208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1097280"/>
              <a:endParaRPr lang="zh-CN" altLang="en-US" sz="216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37" name="矩形 36"/>
          <p:cNvSpPr/>
          <p:nvPr/>
        </p:nvSpPr>
        <p:spPr>
          <a:xfrm>
            <a:off x="1060126" y="2912928"/>
            <a:ext cx="1680281" cy="997170"/>
          </a:xfrm>
          <a:prstGeom prst="rect">
            <a:avLst/>
          </a:prstGeom>
        </p:spPr>
        <p:txBody>
          <a:bodyPr wrap="none" lIns="109703" tIns="54851" rIns="109703" bIns="54851">
            <a:spAutoFit/>
          </a:bodyPr>
          <a:lstStyle/>
          <a:p>
            <a:pPr algn="ctr" defTabSz="822960"/>
            <a:r>
              <a:rPr lang="zh-CN" altLang="en-US" sz="288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目录</a:t>
            </a:r>
            <a:endParaRPr lang="en-US" altLang="zh-CN" sz="2880" b="1" dirty="0">
              <a:solidFill>
                <a:prstClr val="whit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822960"/>
            <a:r>
              <a:rPr lang="en-US" altLang="zh-CN" sz="2880" b="1" dirty="0" err="1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contens</a:t>
            </a:r>
            <a:endParaRPr lang="en-US" altLang="zh-CN" sz="2880" b="1" dirty="0">
              <a:solidFill>
                <a:prstClr val="whit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6" name="图片 15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3066" y="2102782"/>
            <a:ext cx="2100869" cy="2100869"/>
          </a:xfrm>
          <a:prstGeom prst="rect">
            <a:avLst/>
          </a:prstGeom>
        </p:spPr>
      </p:pic>
      <p:sp>
        <p:nvSpPr>
          <p:cNvPr id="31" name="文本框 30"/>
          <p:cNvSpPr txBox="1"/>
          <p:nvPr>
            <p:custDataLst>
              <p:tags r:id="rId8"/>
            </p:custDataLst>
          </p:nvPr>
        </p:nvSpPr>
        <p:spPr>
          <a:xfrm>
            <a:off x="7391151" y="1239691"/>
            <a:ext cx="2316480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课题的相关背景</a:t>
            </a:r>
            <a:endParaRPr lang="zh-CN" altLang="en-US" sz="24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文本框 31"/>
          <p:cNvSpPr txBox="1"/>
          <p:nvPr>
            <p:custDataLst>
              <p:tags r:id="rId9"/>
            </p:custDataLst>
          </p:nvPr>
        </p:nvSpPr>
        <p:spPr>
          <a:xfrm>
            <a:off x="7391151" y="2045538"/>
            <a:ext cx="1402080" cy="5340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 defTabSz="1097280">
              <a:lnSpc>
                <a:spcPct val="120000"/>
              </a:lnSpc>
            </a:pPr>
            <a:r>
              <a:rPr lang="zh-CN" altLang="en-US" sz="24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系统设计</a:t>
            </a:r>
            <a:endParaRPr lang="zh-CN" altLang="en-US" sz="24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" name="文本框 32"/>
          <p:cNvSpPr txBox="1"/>
          <p:nvPr>
            <p:custDataLst>
              <p:tags r:id="rId10"/>
            </p:custDataLst>
          </p:nvPr>
        </p:nvSpPr>
        <p:spPr>
          <a:xfrm>
            <a:off x="7393579" y="2935959"/>
            <a:ext cx="2926080" cy="5340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 defTabSz="1097280">
              <a:lnSpc>
                <a:spcPct val="120000"/>
              </a:lnSpc>
            </a:pPr>
            <a:r>
              <a:rPr lang="zh-CN" altLang="en-US" sz="24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模块测试与运行结果</a:t>
            </a:r>
            <a:endParaRPr lang="zh-CN" altLang="en-US" sz="24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13" name="组合 12"/>
          <p:cNvGrpSpPr/>
          <p:nvPr>
            <p:custDataLst>
              <p:tags r:id="rId11"/>
            </p:custDataLst>
          </p:nvPr>
        </p:nvGrpSpPr>
        <p:grpSpPr>
          <a:xfrm>
            <a:off x="6481231" y="3938178"/>
            <a:ext cx="2837347" cy="432435"/>
            <a:chOff x="4542755" y="2221706"/>
            <a:chExt cx="2364455" cy="360362"/>
          </a:xfrm>
        </p:grpSpPr>
        <p:sp>
          <p:nvSpPr>
            <p:cNvPr id="14" name="矩形 13"/>
            <p:cNvSpPr/>
            <p:nvPr/>
          </p:nvSpPr>
          <p:spPr>
            <a:xfrm>
              <a:off x="4869779" y="2240756"/>
              <a:ext cx="2037431" cy="323850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  <a:effectLst/>
          </p:spPr>
          <p:txBody>
            <a:bodyPr anchor="ctr"/>
            <a:lstStyle/>
            <a:p>
              <a:pPr defTabSz="1097280">
                <a:lnSpc>
                  <a:spcPct val="120000"/>
                </a:lnSpc>
              </a:pPr>
              <a:endParaRPr lang="en-US" altLang="zh-CN" sz="24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" name="椭圆 14"/>
            <p:cNvSpPr/>
            <p:nvPr>
              <p:custDataLst>
                <p:tags r:id="rId12"/>
              </p:custDataLst>
            </p:nvPr>
          </p:nvSpPr>
          <p:spPr>
            <a:xfrm>
              <a:off x="4542755" y="2221706"/>
              <a:ext cx="360362" cy="360362"/>
            </a:xfrm>
            <a:prstGeom prst="ellipse">
              <a:avLst/>
            </a:prstGeom>
            <a:solidFill>
              <a:schemeClr val="tx2">
                <a:lumMod val="75000"/>
              </a:schemeClr>
            </a:solidFill>
            <a:ln w="38100" cap="flat" cmpd="sng" algn="ctr">
              <a:solidFill>
                <a:sysClr val="window" lastClr="FFFFFF"/>
              </a:solidFill>
              <a:prstDash val="solid"/>
              <a:miter lim="800000"/>
            </a:ln>
            <a:effectLst/>
          </p:spPr>
          <p:txBody>
            <a:bodyPr anchor="ctr"/>
            <a:lstStyle/>
            <a:p>
              <a:pPr algn="ctr" defTabSz="1097280"/>
              <a:r>
                <a:rPr lang="en-US" altLang="zh-CN" sz="2160" kern="0" dirty="0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4</a:t>
              </a:r>
              <a:endParaRPr lang="en-US" altLang="zh-CN" sz="2160" kern="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7" name="文本框 16"/>
          <p:cNvSpPr txBox="1"/>
          <p:nvPr>
            <p:custDataLst>
              <p:tags r:id="rId13"/>
            </p:custDataLst>
          </p:nvPr>
        </p:nvSpPr>
        <p:spPr>
          <a:xfrm>
            <a:off x="7393579" y="3856709"/>
            <a:ext cx="3535680" cy="5340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 defTabSz="1097280">
              <a:lnSpc>
                <a:spcPct val="120000"/>
              </a:lnSpc>
            </a:pPr>
            <a:r>
              <a:rPr lang="zh-CN" altLang="en-US" sz="24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系统的优缺点分析与改进</a:t>
            </a:r>
            <a:endParaRPr lang="zh-CN" altLang="en-US" sz="24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54" name="组合 53"/>
          <p:cNvGrpSpPr/>
          <p:nvPr>
            <p:custDataLst>
              <p:tags r:id="rId14"/>
            </p:custDataLst>
          </p:nvPr>
        </p:nvGrpSpPr>
        <p:grpSpPr>
          <a:xfrm>
            <a:off x="6506631" y="4796063"/>
            <a:ext cx="2837347" cy="432435"/>
            <a:chOff x="4542755" y="2221706"/>
            <a:chExt cx="2364455" cy="360362"/>
          </a:xfrm>
        </p:grpSpPr>
        <p:sp>
          <p:nvSpPr>
            <p:cNvPr id="55" name="矩形 54"/>
            <p:cNvSpPr/>
            <p:nvPr/>
          </p:nvSpPr>
          <p:spPr>
            <a:xfrm>
              <a:off x="4869779" y="2240756"/>
              <a:ext cx="2037431" cy="323850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  <a:effectLst/>
          </p:spPr>
          <p:txBody>
            <a:bodyPr anchor="ctr"/>
            <a:lstStyle/>
            <a:p>
              <a:pPr defTabSz="1097280">
                <a:lnSpc>
                  <a:spcPct val="120000"/>
                </a:lnSpc>
              </a:pPr>
              <a:endParaRPr lang="en-US" altLang="zh-CN" sz="24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6" name="椭圆 55"/>
            <p:cNvSpPr/>
            <p:nvPr>
              <p:custDataLst>
                <p:tags r:id="rId15"/>
              </p:custDataLst>
            </p:nvPr>
          </p:nvSpPr>
          <p:spPr>
            <a:xfrm>
              <a:off x="4542755" y="2221706"/>
              <a:ext cx="360362" cy="360362"/>
            </a:xfrm>
            <a:prstGeom prst="ellipse">
              <a:avLst/>
            </a:prstGeom>
            <a:solidFill>
              <a:schemeClr val="tx2">
                <a:lumMod val="75000"/>
              </a:schemeClr>
            </a:solidFill>
            <a:ln w="38100" cap="flat" cmpd="sng" algn="ctr">
              <a:solidFill>
                <a:sysClr val="window" lastClr="FFFFFF"/>
              </a:solidFill>
              <a:prstDash val="solid"/>
              <a:miter lim="800000"/>
            </a:ln>
            <a:effectLst/>
          </p:spPr>
          <p:txBody>
            <a:bodyPr anchor="ctr"/>
            <a:lstStyle/>
            <a:p>
              <a:pPr algn="ctr" defTabSz="1097280"/>
              <a:r>
                <a:rPr lang="en-US" altLang="zh-CN" sz="2160" kern="0" dirty="0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5</a:t>
              </a:r>
              <a:endParaRPr lang="en-US" altLang="zh-CN" sz="2160" kern="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57" name="文本框 56"/>
          <p:cNvSpPr txBox="1"/>
          <p:nvPr>
            <p:custDataLst>
              <p:tags r:id="rId16"/>
            </p:custDataLst>
          </p:nvPr>
        </p:nvSpPr>
        <p:spPr>
          <a:xfrm>
            <a:off x="7418979" y="4714594"/>
            <a:ext cx="1706880" cy="5340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 defTabSz="1097280">
              <a:lnSpc>
                <a:spcPct val="120000"/>
              </a:lnSpc>
            </a:pPr>
            <a:r>
              <a:rPr lang="zh-CN" altLang="en-US" sz="24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总结与展望</a:t>
            </a:r>
            <a:endParaRPr lang="zh-CN" altLang="en-US" sz="24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 advClick="0" advTm="8500"/>
    </mc:Choice>
    <mc:Fallback>
      <p:transition spd="slow" advClick="0" advTm="850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 descr="1"/>
          <p:cNvPicPr>
            <a:picLocks noChangeAspect="1"/>
          </p:cNvPicPr>
          <p:nvPr/>
        </p:nvPicPr>
        <p:blipFill>
          <a:blip r:embed="rId1"/>
          <a:srcRect b="9177"/>
          <a:stretch>
            <a:fillRect/>
          </a:stretch>
        </p:blipFill>
        <p:spPr>
          <a:xfrm>
            <a:off x="-69215" y="635"/>
            <a:ext cx="12261215" cy="6857365"/>
          </a:xfrm>
          <a:prstGeom prst="rect">
            <a:avLst/>
          </a:prstGeom>
        </p:spPr>
      </p:pic>
      <p:pic>
        <p:nvPicPr>
          <p:cNvPr id="14" name="图片 13" descr="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909" y="105469"/>
            <a:ext cx="2381250" cy="571500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2874495" y="66559"/>
            <a:ext cx="4000989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solidFill>
                  <a:schemeClr val="tx2"/>
                </a:solidFill>
                <a:latin typeface="方正舒体" panose="02010601030101010101" pitchFamily="2" charset="-122"/>
                <a:ea typeface="方正舒体" panose="02010601030101010101" pitchFamily="2" charset="-122"/>
              </a:rPr>
              <a:t>计算机与人工智能学院</a:t>
            </a:r>
            <a:endParaRPr lang="zh-CN" altLang="en-US" sz="2400" b="1" dirty="0">
              <a:solidFill>
                <a:schemeClr val="tx2"/>
              </a:solidFill>
              <a:latin typeface="方正舒体" panose="02010601030101010101" pitchFamily="2" charset="-122"/>
              <a:ea typeface="方正舒体" panose="02010601030101010101" pitchFamily="2" charset="-122"/>
            </a:endParaRPr>
          </a:p>
        </p:txBody>
      </p:sp>
      <p:sp>
        <p:nvSpPr>
          <p:cNvPr id="13" name="标题 1"/>
          <p:cNvSpPr txBox="1"/>
          <p:nvPr/>
        </p:nvSpPr>
        <p:spPr>
          <a:xfrm>
            <a:off x="3096622" y="3115050"/>
            <a:ext cx="4823098" cy="1432559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>
              <a:lnSpc>
                <a:spcPct val="130000"/>
              </a:lnSpc>
            </a:pPr>
            <a:r>
              <a:rPr kumimoji="1" lang="en-US" altLang="zh-CN" sz="3800" b="1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OPPOSans H" panose="00020600040101010101" charset="-122"/>
              </a:rPr>
              <a:t>课题的相关背景</a:t>
            </a:r>
            <a:endParaRPr kumimoji="1" lang="zh-CN" altLang="en-US" b="1"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7" name="标题 1"/>
          <p:cNvSpPr txBox="1"/>
          <p:nvPr/>
        </p:nvSpPr>
        <p:spPr>
          <a:xfrm>
            <a:off x="3473258" y="-742949"/>
            <a:ext cx="2584642" cy="402333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r">
              <a:lnSpc>
                <a:spcPct val="110000"/>
              </a:lnSpc>
            </a:pPr>
            <a:r>
              <a:rPr kumimoji="1" lang="en-US" altLang="zh-CN" sz="100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OPPOSans H" panose="00020600040101010101" charset="-122"/>
                <a:ea typeface="OPPOSans H" panose="00020600040101010101" charset="-122"/>
                <a:cs typeface="OPPOSans H" panose="00020600040101010101" charset="-122"/>
              </a:rPr>
              <a:t>01</a:t>
            </a:r>
            <a:endParaRPr kumimoji="1"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4000"/>
    </mc:Choice>
    <mc:Fallback>
      <p:transition spd="slow" advClick="0" advTm="40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图片 13" descr="log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4909" y="105469"/>
            <a:ext cx="2381250" cy="571500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2874495" y="66559"/>
            <a:ext cx="40009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solidFill>
                  <a:schemeClr val="tx2"/>
                </a:solidFill>
                <a:latin typeface="方正舒体" panose="02010601030101010101" pitchFamily="2" charset="-122"/>
                <a:ea typeface="方正舒体" panose="02010601030101010101" pitchFamily="2" charset="-122"/>
              </a:rPr>
              <a:t>计算机与人工智能学院</a:t>
            </a:r>
            <a:endParaRPr lang="zh-CN" altLang="en-US" sz="2400" b="1" dirty="0">
              <a:solidFill>
                <a:schemeClr val="tx2"/>
              </a:solidFill>
              <a:latin typeface="方正舒体" panose="02010601030101010101" pitchFamily="2" charset="-122"/>
              <a:ea typeface="方正舒体" panose="02010601030101010101" pitchFamily="2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11150" y="1143635"/>
            <a:ext cx="6431280" cy="249618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l">
              <a:lnSpc>
                <a:spcPct val="150000"/>
              </a:lnSpc>
            </a:pPr>
            <a:endParaRPr kumimoji="1" lang="en-US" altLang="zh-CN">
              <a:ln w="12700">
                <a:noFill/>
              </a:ln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4000"/>
    </mc:Choice>
    <mc:Fallback>
      <p:transition spd="slow" advClick="0" advTm="400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 descr="1"/>
          <p:cNvPicPr>
            <a:picLocks noChangeAspect="1"/>
          </p:cNvPicPr>
          <p:nvPr/>
        </p:nvPicPr>
        <p:blipFill>
          <a:blip r:embed="rId1"/>
          <a:srcRect b="9177"/>
          <a:stretch>
            <a:fillRect/>
          </a:stretch>
        </p:blipFill>
        <p:spPr>
          <a:xfrm>
            <a:off x="-69215" y="635"/>
            <a:ext cx="12261215" cy="6857365"/>
          </a:xfrm>
          <a:prstGeom prst="rect">
            <a:avLst/>
          </a:prstGeom>
        </p:spPr>
      </p:pic>
      <p:pic>
        <p:nvPicPr>
          <p:cNvPr id="14" name="图片 13" descr="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909" y="105469"/>
            <a:ext cx="2381250" cy="571500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2874495" y="66559"/>
            <a:ext cx="4000989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solidFill>
                  <a:schemeClr val="tx2"/>
                </a:solidFill>
                <a:latin typeface="方正舒体" panose="02010601030101010101" pitchFamily="2" charset="-122"/>
                <a:ea typeface="方正舒体" panose="02010601030101010101" pitchFamily="2" charset="-122"/>
              </a:rPr>
              <a:t>计算机与人工智能学院</a:t>
            </a:r>
            <a:endParaRPr lang="zh-CN" altLang="en-US" sz="2400" b="1" dirty="0">
              <a:solidFill>
                <a:schemeClr val="tx2"/>
              </a:solidFill>
              <a:latin typeface="方正舒体" panose="02010601030101010101" pitchFamily="2" charset="-122"/>
              <a:ea typeface="方正舒体" panose="02010601030101010101" pitchFamily="2" charset="-122"/>
            </a:endParaRPr>
          </a:p>
        </p:txBody>
      </p:sp>
      <p:sp>
        <p:nvSpPr>
          <p:cNvPr id="13" name="标题 1"/>
          <p:cNvSpPr txBox="1"/>
          <p:nvPr/>
        </p:nvSpPr>
        <p:spPr>
          <a:xfrm>
            <a:off x="3014072" y="3153150"/>
            <a:ext cx="4823098" cy="1432559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>
              <a:lnSpc>
                <a:spcPct val="130000"/>
              </a:lnSpc>
            </a:pPr>
            <a:r>
              <a:rPr kumimoji="1" lang="zh-CN" altLang="en-US" sz="3800" b="1">
                <a:latin typeface="黑体" panose="02010609060101010101" charset="-122"/>
                <a:ea typeface="黑体" panose="02010609060101010101" charset="-122"/>
              </a:rPr>
              <a:t>系统设计</a:t>
            </a:r>
            <a:endParaRPr kumimoji="1" lang="zh-CN" altLang="en-US" sz="3800" b="1"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7" name="标题 1"/>
          <p:cNvSpPr txBox="1"/>
          <p:nvPr/>
        </p:nvSpPr>
        <p:spPr>
          <a:xfrm>
            <a:off x="3473258" y="-742949"/>
            <a:ext cx="2584642" cy="402333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r">
              <a:lnSpc>
                <a:spcPct val="110000"/>
              </a:lnSpc>
            </a:pPr>
            <a:r>
              <a:rPr kumimoji="1" lang="en-US" altLang="zh-CN" sz="100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OPPOSans H" panose="00020600040101010101" charset="-122"/>
                <a:ea typeface="OPPOSans H" panose="00020600040101010101" charset="-122"/>
                <a:cs typeface="OPPOSans H" panose="00020600040101010101" charset="-122"/>
              </a:rPr>
              <a:t>02</a:t>
            </a:r>
            <a:endParaRPr kumimoji="1"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4000"/>
    </mc:Choice>
    <mc:Fallback>
      <p:transition spd="slow" advClick="0" advTm="400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图片 13" descr="log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4909" y="105469"/>
            <a:ext cx="2381250" cy="571500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2874495" y="66559"/>
            <a:ext cx="40009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solidFill>
                  <a:schemeClr val="tx2"/>
                </a:solidFill>
                <a:latin typeface="方正舒体" panose="02010601030101010101" pitchFamily="2" charset="-122"/>
                <a:ea typeface="方正舒体" panose="02010601030101010101" pitchFamily="2" charset="-122"/>
              </a:rPr>
              <a:t>计算机与人工智能学院</a:t>
            </a:r>
            <a:endParaRPr lang="zh-CN" altLang="en-US" sz="2400" b="1" dirty="0">
              <a:solidFill>
                <a:schemeClr val="tx2"/>
              </a:solidFill>
              <a:latin typeface="方正舒体" panose="02010601030101010101" pitchFamily="2" charset="-122"/>
              <a:ea typeface="方正舒体" panose="02010601030101010101" pitchFamily="2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4000"/>
    </mc:Choice>
    <mc:Fallback>
      <p:transition spd="slow" advClick="0" advTm="400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 descr="1"/>
          <p:cNvPicPr>
            <a:picLocks noChangeAspect="1"/>
          </p:cNvPicPr>
          <p:nvPr/>
        </p:nvPicPr>
        <p:blipFill>
          <a:blip r:embed="rId1"/>
          <a:srcRect b="9177"/>
          <a:stretch>
            <a:fillRect/>
          </a:stretch>
        </p:blipFill>
        <p:spPr>
          <a:xfrm>
            <a:off x="-69215" y="635"/>
            <a:ext cx="12261215" cy="6857365"/>
          </a:xfrm>
          <a:prstGeom prst="rect">
            <a:avLst/>
          </a:prstGeom>
        </p:spPr>
      </p:pic>
      <p:pic>
        <p:nvPicPr>
          <p:cNvPr id="14" name="图片 13" descr="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909" y="105469"/>
            <a:ext cx="2381250" cy="571500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2874495" y="66559"/>
            <a:ext cx="4000989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solidFill>
                  <a:schemeClr val="tx2"/>
                </a:solidFill>
                <a:latin typeface="方正舒体" panose="02010601030101010101" pitchFamily="2" charset="-122"/>
                <a:ea typeface="方正舒体" panose="02010601030101010101" pitchFamily="2" charset="-122"/>
              </a:rPr>
              <a:t>计算机与人工智能学院</a:t>
            </a:r>
            <a:endParaRPr lang="zh-CN" altLang="en-US" sz="2400" b="1" dirty="0">
              <a:solidFill>
                <a:schemeClr val="tx2"/>
              </a:solidFill>
              <a:latin typeface="方正舒体" panose="02010601030101010101" pitchFamily="2" charset="-122"/>
              <a:ea typeface="方正舒体" panose="02010601030101010101" pitchFamily="2" charset="-122"/>
            </a:endParaRPr>
          </a:p>
        </p:txBody>
      </p:sp>
      <p:sp>
        <p:nvSpPr>
          <p:cNvPr id="13" name="标题 1"/>
          <p:cNvSpPr txBox="1"/>
          <p:nvPr/>
        </p:nvSpPr>
        <p:spPr>
          <a:xfrm>
            <a:off x="3191872" y="3153150"/>
            <a:ext cx="4823098" cy="1432559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>
              <a:lnSpc>
                <a:spcPct val="130000"/>
              </a:lnSpc>
            </a:pPr>
            <a:r>
              <a:rPr kumimoji="1" lang="zh-CN" altLang="en-US" sz="3800" b="1">
                <a:latin typeface="黑体" panose="02010609060101010101" charset="-122"/>
                <a:ea typeface="黑体" panose="02010609060101010101" charset="-122"/>
              </a:rPr>
              <a:t>模块测试与运行结果</a:t>
            </a:r>
            <a:endParaRPr kumimoji="1" lang="zh-CN" altLang="en-US" sz="3800" b="1"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7" name="标题 1"/>
          <p:cNvSpPr txBox="1"/>
          <p:nvPr/>
        </p:nvSpPr>
        <p:spPr>
          <a:xfrm>
            <a:off x="3473258" y="-742949"/>
            <a:ext cx="2584642" cy="402333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r">
              <a:lnSpc>
                <a:spcPct val="110000"/>
              </a:lnSpc>
            </a:pPr>
            <a:r>
              <a:rPr kumimoji="1" lang="en-US" altLang="zh-CN" sz="100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OPPOSans H" panose="00020600040101010101" charset="-122"/>
                <a:ea typeface="OPPOSans H" panose="00020600040101010101" charset="-122"/>
                <a:cs typeface="OPPOSans H" panose="00020600040101010101" charset="-122"/>
              </a:rPr>
              <a:t>03</a:t>
            </a:r>
            <a:endParaRPr kumimoji="1"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4000"/>
    </mc:Choice>
    <mc:Fallback>
      <p:transition spd="slow" advClick="0" advTm="400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图片 13" descr="log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4909" y="105469"/>
            <a:ext cx="2381250" cy="571500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2874495" y="66559"/>
            <a:ext cx="40009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solidFill>
                  <a:schemeClr val="tx2"/>
                </a:solidFill>
                <a:latin typeface="方正舒体" panose="02010601030101010101" pitchFamily="2" charset="-122"/>
                <a:ea typeface="方正舒体" panose="02010601030101010101" pitchFamily="2" charset="-122"/>
              </a:rPr>
              <a:t>计算机与人工智能学院</a:t>
            </a:r>
            <a:endParaRPr lang="zh-CN" altLang="en-US" sz="2400" b="1" dirty="0">
              <a:solidFill>
                <a:schemeClr val="tx2"/>
              </a:solidFill>
              <a:latin typeface="方正舒体" panose="02010601030101010101" pitchFamily="2" charset="-122"/>
              <a:ea typeface="方正舒体" panose="02010601030101010101" pitchFamily="2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4000"/>
    </mc:Choice>
    <mc:Fallback>
      <p:transition spd="slow" advClick="0" advTm="400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 descr="1"/>
          <p:cNvPicPr>
            <a:picLocks noChangeAspect="1"/>
          </p:cNvPicPr>
          <p:nvPr/>
        </p:nvPicPr>
        <p:blipFill>
          <a:blip r:embed="rId1"/>
          <a:srcRect b="9177"/>
          <a:stretch>
            <a:fillRect/>
          </a:stretch>
        </p:blipFill>
        <p:spPr>
          <a:xfrm>
            <a:off x="-69215" y="635"/>
            <a:ext cx="12261215" cy="6857365"/>
          </a:xfrm>
          <a:prstGeom prst="rect">
            <a:avLst/>
          </a:prstGeom>
        </p:spPr>
      </p:pic>
      <p:pic>
        <p:nvPicPr>
          <p:cNvPr id="14" name="图片 13" descr="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909" y="105469"/>
            <a:ext cx="2381250" cy="571500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2874495" y="66559"/>
            <a:ext cx="4000989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solidFill>
                  <a:schemeClr val="tx2"/>
                </a:solidFill>
                <a:latin typeface="方正舒体" panose="02010601030101010101" pitchFamily="2" charset="-122"/>
                <a:ea typeface="方正舒体" panose="02010601030101010101" pitchFamily="2" charset="-122"/>
              </a:rPr>
              <a:t>计算机与人工智能学院</a:t>
            </a:r>
            <a:endParaRPr lang="zh-CN" altLang="en-US" sz="2400" b="1" dirty="0">
              <a:solidFill>
                <a:schemeClr val="tx2"/>
              </a:solidFill>
              <a:latin typeface="方正舒体" panose="02010601030101010101" pitchFamily="2" charset="-122"/>
              <a:ea typeface="方正舒体" panose="02010601030101010101" pitchFamily="2" charset="-122"/>
            </a:endParaRPr>
          </a:p>
        </p:txBody>
      </p:sp>
      <p:sp>
        <p:nvSpPr>
          <p:cNvPr id="13" name="标题 1"/>
          <p:cNvSpPr txBox="1"/>
          <p:nvPr/>
        </p:nvSpPr>
        <p:spPr>
          <a:xfrm>
            <a:off x="3014345" y="3153410"/>
            <a:ext cx="5577840" cy="143256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>
              <a:lnSpc>
                <a:spcPct val="130000"/>
              </a:lnSpc>
            </a:pPr>
            <a:r>
              <a:rPr kumimoji="1" lang="zh-CN" altLang="en-US" sz="3800" b="1">
                <a:latin typeface="黑体" panose="02010609060101010101" charset="-122"/>
                <a:ea typeface="黑体" panose="02010609060101010101" charset="-122"/>
              </a:rPr>
              <a:t>系统的优缺点分析与改进</a:t>
            </a:r>
            <a:endParaRPr kumimoji="1" lang="zh-CN" altLang="en-US" sz="3800" b="1">
              <a:latin typeface="黑体" panose="02010609060101010101" charset="-122"/>
              <a:ea typeface="黑体" panose="02010609060101010101" charset="-122"/>
            </a:endParaRPr>
          </a:p>
          <a:p>
            <a:pPr algn="ctr">
              <a:lnSpc>
                <a:spcPct val="130000"/>
              </a:lnSpc>
            </a:pPr>
            <a:endParaRPr kumimoji="1" lang="zh-CN" altLang="en-US" sz="3800" b="1"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7" name="标题 1"/>
          <p:cNvSpPr txBox="1"/>
          <p:nvPr/>
        </p:nvSpPr>
        <p:spPr>
          <a:xfrm>
            <a:off x="3473258" y="-742949"/>
            <a:ext cx="2584642" cy="402333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r">
              <a:lnSpc>
                <a:spcPct val="110000"/>
              </a:lnSpc>
            </a:pPr>
            <a:r>
              <a:rPr kumimoji="1" lang="en-US" altLang="zh-CN" sz="100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OPPOSans H" panose="00020600040101010101" charset="-122"/>
                <a:ea typeface="OPPOSans H" panose="00020600040101010101" charset="-122"/>
                <a:cs typeface="OPPOSans H" panose="00020600040101010101" charset="-122"/>
              </a:rPr>
              <a:t>04</a:t>
            </a:r>
            <a:endParaRPr kumimoji="1"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4000"/>
    </mc:Choice>
    <mc:Fallback>
      <p:transition spd="slow" advClick="0" advTm="400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图片 13" descr="log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4909" y="105469"/>
            <a:ext cx="2381250" cy="571500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2874495" y="66559"/>
            <a:ext cx="40009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solidFill>
                  <a:schemeClr val="tx2"/>
                </a:solidFill>
                <a:latin typeface="方正舒体" panose="02010601030101010101" pitchFamily="2" charset="-122"/>
                <a:ea typeface="方正舒体" panose="02010601030101010101" pitchFamily="2" charset="-122"/>
              </a:rPr>
              <a:t>计算机与人工智能学院</a:t>
            </a:r>
            <a:endParaRPr lang="zh-CN" altLang="en-US" sz="2400" b="1" dirty="0">
              <a:solidFill>
                <a:schemeClr val="tx2"/>
              </a:solidFill>
              <a:latin typeface="方正舒体" panose="02010601030101010101" pitchFamily="2" charset="-122"/>
              <a:ea typeface="方正舒体" panose="02010601030101010101" pitchFamily="2" charset="-122"/>
            </a:endParaRPr>
          </a:p>
        </p:txBody>
      </p:sp>
      <p:sp>
        <p:nvSpPr>
          <p:cNvPr id="6" name="标题 1"/>
          <p:cNvSpPr txBox="1"/>
          <p:nvPr>
            <p:custDataLst>
              <p:tags r:id="rId2"/>
            </p:custDataLst>
          </p:nvPr>
        </p:nvSpPr>
        <p:spPr>
          <a:xfrm>
            <a:off x="791304" y="2503087"/>
            <a:ext cx="287999" cy="288000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rgbClr val="FFFFFF">
              <a:alpha val="100000"/>
            </a:srgbClr>
          </a:solidFill>
          <a:ln w="12700" cap="sq">
            <a:noFill/>
            <a:miter/>
          </a:ln>
        </p:spPr>
        <p:txBody>
          <a:bodyPr vert="horz" wrap="square" lIns="45719" tIns="45720" rIns="45719" bIns="45720" rtlCol="0" anchor="ctr"/>
          <a:lstStyle/>
          <a:p>
            <a:pPr algn="l">
              <a:lnSpc>
                <a:spcPct val="110000"/>
              </a:lnSpc>
            </a:pPr>
            <a:endParaRPr kumimoji="1"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4000"/>
    </mc:Choice>
    <mc:Fallback>
      <p:transition spd="slow" advClick="0" advTm="400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 descr="1"/>
          <p:cNvPicPr>
            <a:picLocks noChangeAspect="1"/>
          </p:cNvPicPr>
          <p:nvPr/>
        </p:nvPicPr>
        <p:blipFill>
          <a:blip r:embed="rId1"/>
          <a:srcRect b="9177"/>
          <a:stretch>
            <a:fillRect/>
          </a:stretch>
        </p:blipFill>
        <p:spPr>
          <a:xfrm>
            <a:off x="-69215" y="635"/>
            <a:ext cx="12261215" cy="6857365"/>
          </a:xfrm>
          <a:prstGeom prst="rect">
            <a:avLst/>
          </a:prstGeom>
        </p:spPr>
      </p:pic>
      <p:pic>
        <p:nvPicPr>
          <p:cNvPr id="14" name="图片 13" descr="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909" y="105469"/>
            <a:ext cx="2381250" cy="571500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2874495" y="66559"/>
            <a:ext cx="4000989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solidFill>
                  <a:schemeClr val="tx2"/>
                </a:solidFill>
                <a:latin typeface="方正舒体" panose="02010601030101010101" pitchFamily="2" charset="-122"/>
                <a:ea typeface="方正舒体" panose="02010601030101010101" pitchFamily="2" charset="-122"/>
              </a:rPr>
              <a:t>计算机与人工智能学院</a:t>
            </a:r>
            <a:endParaRPr lang="zh-CN" altLang="en-US" sz="2400" b="1" dirty="0">
              <a:solidFill>
                <a:schemeClr val="tx2"/>
              </a:solidFill>
              <a:latin typeface="方正舒体" panose="02010601030101010101" pitchFamily="2" charset="-122"/>
              <a:ea typeface="方正舒体" panose="02010601030101010101" pitchFamily="2" charset="-122"/>
            </a:endParaRPr>
          </a:p>
        </p:txBody>
      </p:sp>
      <p:sp>
        <p:nvSpPr>
          <p:cNvPr id="13" name="标题 1"/>
          <p:cNvSpPr txBox="1"/>
          <p:nvPr/>
        </p:nvSpPr>
        <p:spPr>
          <a:xfrm>
            <a:off x="2746375" y="3153410"/>
            <a:ext cx="5577840" cy="143256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>
              <a:lnSpc>
                <a:spcPct val="130000"/>
              </a:lnSpc>
            </a:pPr>
            <a:r>
              <a:rPr kumimoji="1" lang="zh-CN" altLang="en-US" sz="3800" b="1">
                <a:latin typeface="黑体" panose="02010609060101010101" charset="-122"/>
                <a:ea typeface="黑体" panose="02010609060101010101" charset="-122"/>
              </a:rPr>
              <a:t>总结与展望</a:t>
            </a:r>
            <a:endParaRPr kumimoji="1" lang="zh-CN" altLang="en-US" sz="3800" b="1"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7" name="标题 1"/>
          <p:cNvSpPr txBox="1"/>
          <p:nvPr/>
        </p:nvSpPr>
        <p:spPr>
          <a:xfrm>
            <a:off x="3473258" y="-742949"/>
            <a:ext cx="2584642" cy="402333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r">
              <a:lnSpc>
                <a:spcPct val="110000"/>
              </a:lnSpc>
            </a:pPr>
            <a:r>
              <a:rPr kumimoji="1" lang="en-US" altLang="zh-CN" sz="100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OPPOSans H" panose="00020600040101010101" charset="-122"/>
                <a:ea typeface="OPPOSans H" panose="00020600040101010101" charset="-122"/>
                <a:cs typeface="OPPOSans H" panose="00020600040101010101" charset="-122"/>
              </a:rPr>
              <a:t>05</a:t>
            </a:r>
            <a:endParaRPr kumimoji="1"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4000"/>
    </mc:Choice>
    <mc:Fallback>
      <p:transition spd="slow" advClick="0" advTm="400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图片 13" descr="log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4909" y="105469"/>
            <a:ext cx="2381250" cy="571500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2874495" y="66559"/>
            <a:ext cx="40009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solidFill>
                  <a:schemeClr val="tx2"/>
                </a:solidFill>
                <a:latin typeface="方正舒体" panose="02010601030101010101" pitchFamily="2" charset="-122"/>
                <a:ea typeface="方正舒体" panose="02010601030101010101" pitchFamily="2" charset="-122"/>
              </a:rPr>
              <a:t>计算机与人工智能学院</a:t>
            </a:r>
            <a:endParaRPr lang="zh-CN" altLang="en-US" sz="2400" b="1" dirty="0">
              <a:solidFill>
                <a:schemeClr val="tx2"/>
              </a:solidFill>
              <a:latin typeface="方正舒体" panose="02010601030101010101" pitchFamily="2" charset="-122"/>
              <a:ea typeface="方正舒体" panose="02010601030101010101" pitchFamily="2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003800" y="676910"/>
            <a:ext cx="4064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 b="1">
                <a:latin typeface="黑体" panose="02010609060101010101" charset="-122"/>
                <a:ea typeface="黑体" panose="02010609060101010101" charset="-122"/>
              </a:rPr>
              <a:t>总结与</a:t>
            </a:r>
            <a:r>
              <a:rPr lang="zh-CN" altLang="en-US" sz="2400" b="1">
                <a:latin typeface="黑体" panose="02010609060101010101" charset="-122"/>
                <a:ea typeface="黑体" panose="02010609060101010101" charset="-122"/>
              </a:rPr>
              <a:t>展望</a:t>
            </a:r>
            <a:endParaRPr lang="zh-CN" altLang="en-US" sz="2400" b="1">
              <a:latin typeface="黑体" panose="02010609060101010101" charset="-122"/>
              <a:ea typeface="黑体" panose="02010609060101010101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4000"/>
    </mc:Choice>
    <mc:Fallback>
      <p:transition spd="slow" advClick="0" advTm="400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2696615"/>
            <a:ext cx="12207240" cy="4160148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097280"/>
            <a:endParaRPr lang="zh-CN" altLang="en-US" sz="2160" dirty="0">
              <a:solidFill>
                <a:prstClr val="white"/>
              </a:solidFill>
              <a:latin typeface="Calibri" panose="020F0502020204030204"/>
              <a:ea typeface="幼圆" panose="02010509060101010101" charset="-122"/>
            </a:endParaRPr>
          </a:p>
        </p:txBody>
      </p:sp>
      <p:sp>
        <p:nvSpPr>
          <p:cNvPr id="5" name="文本框 6"/>
          <p:cNvSpPr>
            <a:spLocks noChangeArrowheads="1"/>
          </p:cNvSpPr>
          <p:nvPr/>
        </p:nvSpPr>
        <p:spPr bwMode="auto">
          <a:xfrm>
            <a:off x="3617595" y="3365500"/>
            <a:ext cx="5450840" cy="18967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82277" tIns="41139" rIns="82277" bIns="41139">
            <a:noAutofit/>
          </a:bodyPr>
          <a:lstStyle/>
          <a:p>
            <a:pPr algn="just" defTabSz="1097280"/>
            <a:r>
              <a:rPr lang="en-US" altLang="zh-CN" sz="4800" b="1" spc="36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Segoe UI" panose="020B0502040204020203" pitchFamily="34" charset="0"/>
              </a:rPr>
              <a:t>     </a:t>
            </a:r>
            <a:r>
              <a:rPr lang="zh-CN" altLang="en-US" sz="4800" b="1" spc="36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Segoe UI" panose="020B0502040204020203" pitchFamily="34" charset="0"/>
              </a:rPr>
              <a:t>谢谢聆听</a:t>
            </a:r>
            <a:r>
              <a:rPr lang="en-US" altLang="zh-CN" sz="4800" b="1" spc="36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Segoe UI" panose="020B0502040204020203" pitchFamily="34" charset="0"/>
              </a:rPr>
              <a:t> </a:t>
            </a:r>
            <a:endParaRPr lang="en-US" altLang="zh-CN" sz="4800" b="1" spc="360" dirty="0">
              <a:solidFill>
                <a:prstClr val="white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Segoe UI" panose="020B0502040204020203" pitchFamily="34" charset="0"/>
            </a:endParaRPr>
          </a:p>
          <a:p>
            <a:pPr algn="just" defTabSz="1097280"/>
            <a:r>
              <a:rPr lang="zh-CN" altLang="en-US" sz="4800" b="1" spc="36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Segoe UI" panose="020B0502040204020203" pitchFamily="34" charset="0"/>
              </a:rPr>
              <a:t>请老师批评指正！</a:t>
            </a:r>
            <a:endParaRPr lang="zh-CN" altLang="en-US" sz="4800" b="1" spc="360" dirty="0">
              <a:solidFill>
                <a:prstClr val="white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Segoe UI" panose="020B0502040204020203" pitchFamily="34" charset="0"/>
            </a:endParaRPr>
          </a:p>
          <a:p>
            <a:pPr algn="just" defTabSz="1097280"/>
            <a:endParaRPr lang="zh-CN" altLang="en-US" sz="4800" b="1" spc="360" dirty="0">
              <a:solidFill>
                <a:prstClr val="white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Segoe UI" panose="020B0502040204020203" pitchFamily="34" charset="0"/>
            </a:endParaRPr>
          </a:p>
        </p:txBody>
      </p:sp>
      <p:grpSp>
        <p:nvGrpSpPr>
          <p:cNvPr id="50" name="组合 49"/>
          <p:cNvGrpSpPr/>
          <p:nvPr/>
        </p:nvGrpSpPr>
        <p:grpSpPr>
          <a:xfrm>
            <a:off x="6823104" y="5465260"/>
            <a:ext cx="3869758" cy="497207"/>
            <a:chOff x="773458" y="3742767"/>
            <a:chExt cx="3224796" cy="414338"/>
          </a:xfrm>
        </p:grpSpPr>
        <p:sp>
          <p:nvSpPr>
            <p:cNvPr id="51" name="文本框 9"/>
            <p:cNvSpPr txBox="1"/>
            <p:nvPr/>
          </p:nvSpPr>
          <p:spPr>
            <a:xfrm>
              <a:off x="1185414" y="3811436"/>
              <a:ext cx="2812840" cy="315470"/>
            </a:xfrm>
            <a:prstGeom prst="rect">
              <a:avLst/>
            </a:prstGeom>
            <a:noFill/>
          </p:spPr>
          <p:txBody>
            <a:bodyPr wrap="none" lIns="82296" tIns="41148" rIns="82296" bIns="41148" rtlCol="0">
              <a:spAutoFit/>
            </a:bodyPr>
            <a:lstStyle/>
            <a:p>
              <a:pPr defTabSz="1097280"/>
              <a:r>
                <a:rPr lang="zh-CN" altLang="en-US" sz="1920" b="1" dirty="0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学院：计算机与人工智能学院</a:t>
              </a:r>
              <a:endParaRPr lang="zh-CN" altLang="en-US" sz="192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52" name="组合 51"/>
            <p:cNvGrpSpPr/>
            <p:nvPr/>
          </p:nvGrpSpPr>
          <p:grpSpPr>
            <a:xfrm>
              <a:off x="773458" y="3742767"/>
              <a:ext cx="414338" cy="414338"/>
              <a:chOff x="1031277" y="5180856"/>
              <a:chExt cx="552450" cy="552450"/>
            </a:xfrm>
          </p:grpSpPr>
          <p:sp>
            <p:nvSpPr>
              <p:cNvPr id="53" name="椭圆 52"/>
              <p:cNvSpPr/>
              <p:nvPr/>
            </p:nvSpPr>
            <p:spPr>
              <a:xfrm>
                <a:off x="1031277" y="5180856"/>
                <a:ext cx="552450" cy="552450"/>
              </a:xfrm>
              <a:prstGeom prst="ellipse">
                <a:avLst/>
              </a:prstGeom>
              <a:solidFill>
                <a:srgbClr val="FFFFFF">
                  <a:alpha val="6117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1097280"/>
                <a:endParaRPr lang="zh-CN" altLang="en-US" sz="2160">
                  <a:solidFill>
                    <a:prstClr val="white"/>
                  </a:solidFill>
                  <a:latin typeface="Calibri" panose="020F0502020204030204"/>
                  <a:ea typeface="幼圆" panose="02010509060101010101" charset="-122"/>
                </a:endParaRPr>
              </a:p>
            </p:txBody>
          </p:sp>
          <p:sp>
            <p:nvSpPr>
              <p:cNvPr id="54" name="Freeform 34"/>
              <p:cNvSpPr/>
              <p:nvPr/>
            </p:nvSpPr>
            <p:spPr>
              <a:xfrm flipH="1">
                <a:off x="1130571" y="5313444"/>
                <a:ext cx="328603" cy="249173"/>
              </a:xfrm>
              <a:custGeom>
                <a:avLst/>
                <a:gdLst/>
                <a:ahLst/>
                <a:cxnLst/>
                <a:rect l="l" t="t" r="r" b="b"/>
                <a:pathLst>
                  <a:path w="852601" h="862013">
                    <a:moveTo>
                      <a:pt x="339688" y="551599"/>
                    </a:moveTo>
                    <a:cubicBezTo>
                      <a:pt x="336200" y="550660"/>
                      <a:pt x="332712" y="552270"/>
                      <a:pt x="329224" y="555624"/>
                    </a:cubicBezTo>
                    <a:lnTo>
                      <a:pt x="318760" y="571723"/>
                    </a:lnTo>
                    <a:cubicBezTo>
                      <a:pt x="317687" y="576955"/>
                      <a:pt x="320907" y="582723"/>
                      <a:pt x="322785" y="587017"/>
                    </a:cubicBezTo>
                    <a:cubicBezTo>
                      <a:pt x="324663" y="591310"/>
                      <a:pt x="331370" y="593322"/>
                      <a:pt x="330029" y="597481"/>
                    </a:cubicBezTo>
                    <a:cubicBezTo>
                      <a:pt x="328687" y="601641"/>
                      <a:pt x="318894" y="606739"/>
                      <a:pt x="314735" y="611971"/>
                    </a:cubicBezTo>
                    <a:cubicBezTo>
                      <a:pt x="310576" y="617202"/>
                      <a:pt x="308563" y="620288"/>
                      <a:pt x="303465" y="629679"/>
                    </a:cubicBezTo>
                    <a:cubicBezTo>
                      <a:pt x="298368" y="639070"/>
                      <a:pt x="292062" y="654230"/>
                      <a:pt x="284147" y="668317"/>
                    </a:cubicBezTo>
                    <a:cubicBezTo>
                      <a:pt x="276232" y="682403"/>
                      <a:pt x="261340" y="698637"/>
                      <a:pt x="255974" y="714199"/>
                    </a:cubicBezTo>
                    <a:cubicBezTo>
                      <a:pt x="250607" y="729762"/>
                      <a:pt x="252754" y="745727"/>
                      <a:pt x="251949" y="761691"/>
                    </a:cubicBezTo>
                    <a:cubicBezTo>
                      <a:pt x="251144" y="777656"/>
                      <a:pt x="252351" y="796036"/>
                      <a:pt x="251143" y="809989"/>
                    </a:cubicBezTo>
                    <a:cubicBezTo>
                      <a:pt x="249937" y="823941"/>
                      <a:pt x="245778" y="837357"/>
                      <a:pt x="244705" y="845406"/>
                    </a:cubicBezTo>
                    <a:cubicBezTo>
                      <a:pt x="243631" y="853456"/>
                      <a:pt x="243095" y="855603"/>
                      <a:pt x="244705" y="858286"/>
                    </a:cubicBezTo>
                    <a:cubicBezTo>
                      <a:pt x="245509" y="859627"/>
                      <a:pt x="245945" y="860298"/>
                      <a:pt x="247169" y="860701"/>
                    </a:cubicBezTo>
                    <a:lnTo>
                      <a:pt x="254364" y="861506"/>
                    </a:lnTo>
                    <a:cubicBezTo>
                      <a:pt x="262279" y="862042"/>
                      <a:pt x="277305" y="862310"/>
                      <a:pt x="292196" y="861506"/>
                    </a:cubicBezTo>
                    <a:cubicBezTo>
                      <a:pt x="307088" y="860701"/>
                      <a:pt x="333115" y="857749"/>
                      <a:pt x="343713" y="856676"/>
                    </a:cubicBezTo>
                    <a:cubicBezTo>
                      <a:pt x="343747" y="856684"/>
                      <a:pt x="352708" y="858681"/>
                      <a:pt x="355787" y="855066"/>
                    </a:cubicBezTo>
                    <a:cubicBezTo>
                      <a:pt x="358873" y="851443"/>
                      <a:pt x="361288" y="845675"/>
                      <a:pt x="362227" y="834943"/>
                    </a:cubicBezTo>
                    <a:cubicBezTo>
                      <a:pt x="363166" y="824210"/>
                      <a:pt x="363568" y="808110"/>
                      <a:pt x="361422" y="790670"/>
                    </a:cubicBezTo>
                    <a:cubicBezTo>
                      <a:pt x="359275" y="773229"/>
                      <a:pt x="352299" y="754313"/>
                      <a:pt x="349348" y="730298"/>
                    </a:cubicBezTo>
                    <a:cubicBezTo>
                      <a:pt x="346396" y="706284"/>
                      <a:pt x="344786" y="666439"/>
                      <a:pt x="343713" y="646584"/>
                    </a:cubicBezTo>
                    <a:cubicBezTo>
                      <a:pt x="342640" y="626728"/>
                      <a:pt x="342505" y="619886"/>
                      <a:pt x="342908" y="611166"/>
                    </a:cubicBezTo>
                    <a:cubicBezTo>
                      <a:pt x="343310" y="602446"/>
                      <a:pt x="343713" y="600299"/>
                      <a:pt x="346128" y="594262"/>
                    </a:cubicBezTo>
                    <a:cubicBezTo>
                      <a:pt x="348543" y="588224"/>
                      <a:pt x="356727" y="580443"/>
                      <a:pt x="357397" y="574942"/>
                    </a:cubicBezTo>
                    <a:cubicBezTo>
                      <a:pt x="358068" y="569442"/>
                      <a:pt x="353104" y="565149"/>
                      <a:pt x="350153" y="561258"/>
                    </a:cubicBezTo>
                    <a:close/>
                    <a:moveTo>
                      <a:pt x="287206" y="507649"/>
                    </a:moveTo>
                    <a:cubicBezTo>
                      <a:pt x="299226" y="561742"/>
                      <a:pt x="284201" y="574621"/>
                      <a:pt x="274326" y="617123"/>
                    </a:cubicBezTo>
                    <a:cubicBezTo>
                      <a:pt x="272445" y="626330"/>
                      <a:pt x="270907" y="639718"/>
                      <a:pt x="269556" y="655910"/>
                    </a:cubicBezTo>
                    <a:cubicBezTo>
                      <a:pt x="284442" y="632717"/>
                      <a:pt x="299146" y="601494"/>
                      <a:pt x="316184" y="596515"/>
                    </a:cubicBezTo>
                    <a:cubicBezTo>
                      <a:pt x="314038" y="589217"/>
                      <a:pt x="305451" y="583528"/>
                      <a:pt x="306524" y="574621"/>
                    </a:cubicBezTo>
                    <a:cubicBezTo>
                      <a:pt x="307147" y="563679"/>
                      <a:pt x="314405" y="554950"/>
                      <a:pt x="319949" y="545622"/>
                    </a:cubicBezTo>
                    <a:cubicBezTo>
                      <a:pt x="307786" y="539695"/>
                      <a:pt x="298568" y="525281"/>
                      <a:pt x="287206" y="507649"/>
                    </a:cubicBezTo>
                    <a:close/>
                    <a:moveTo>
                      <a:pt x="264023" y="488330"/>
                    </a:moveTo>
                    <a:cubicBezTo>
                      <a:pt x="251143" y="497345"/>
                      <a:pt x="249856" y="517952"/>
                      <a:pt x="240841" y="523104"/>
                    </a:cubicBezTo>
                    <a:cubicBezTo>
                      <a:pt x="177304" y="542852"/>
                      <a:pt x="103463" y="578055"/>
                      <a:pt x="46365" y="613259"/>
                    </a:cubicBezTo>
                    <a:cubicBezTo>
                      <a:pt x="17601" y="630002"/>
                      <a:pt x="12021" y="649320"/>
                      <a:pt x="6440" y="682806"/>
                    </a:cubicBezTo>
                    <a:lnTo>
                      <a:pt x="0" y="793568"/>
                    </a:lnTo>
                    <a:cubicBezTo>
                      <a:pt x="60532" y="849807"/>
                      <a:pt x="154551" y="840362"/>
                      <a:pt x="230537" y="859252"/>
                    </a:cubicBezTo>
                    <a:cubicBezTo>
                      <a:pt x="242128" y="755359"/>
                      <a:pt x="233113" y="597374"/>
                      <a:pt x="265311" y="542422"/>
                    </a:cubicBezTo>
                    <a:close/>
                    <a:moveTo>
                      <a:pt x="473953" y="438101"/>
                    </a:moveTo>
                    <a:cubicBezTo>
                      <a:pt x="449999" y="476765"/>
                      <a:pt x="395188" y="525303"/>
                      <a:pt x="351750" y="542487"/>
                    </a:cubicBezTo>
                    <a:cubicBezTo>
                      <a:pt x="364570" y="553524"/>
                      <a:pt x="369815" y="566569"/>
                      <a:pt x="371564" y="577519"/>
                    </a:cubicBezTo>
                    <a:cubicBezTo>
                      <a:pt x="371510" y="588305"/>
                      <a:pt x="363407" y="591042"/>
                      <a:pt x="359329" y="597803"/>
                    </a:cubicBezTo>
                    <a:cubicBezTo>
                      <a:pt x="364928" y="652187"/>
                      <a:pt x="355161" y="701683"/>
                      <a:pt x="373271" y="759858"/>
                    </a:cubicBezTo>
                    <a:cubicBezTo>
                      <a:pt x="382583" y="726860"/>
                      <a:pt x="394118" y="694072"/>
                      <a:pt x="406981" y="659624"/>
                    </a:cubicBezTo>
                    <a:cubicBezTo>
                      <a:pt x="434458" y="598661"/>
                      <a:pt x="476100" y="510653"/>
                      <a:pt x="473953" y="438101"/>
                    </a:cubicBezTo>
                    <a:close/>
                    <a:moveTo>
                      <a:pt x="444331" y="425221"/>
                    </a:moveTo>
                    <a:cubicBezTo>
                      <a:pt x="417365" y="457420"/>
                      <a:pt x="365446" y="490423"/>
                      <a:pt x="342908" y="490423"/>
                    </a:cubicBezTo>
                    <a:cubicBezTo>
                      <a:pt x="312722" y="489752"/>
                      <a:pt x="309100" y="473787"/>
                      <a:pt x="292196" y="465469"/>
                    </a:cubicBezTo>
                    <a:cubicBezTo>
                      <a:pt x="308026" y="468152"/>
                      <a:pt x="323455" y="474056"/>
                      <a:pt x="339687" y="473519"/>
                    </a:cubicBezTo>
                    <a:cubicBezTo>
                      <a:pt x="376180" y="473116"/>
                      <a:pt x="416695" y="446955"/>
                      <a:pt x="444331" y="425221"/>
                    </a:cubicBezTo>
                    <a:close/>
                    <a:moveTo>
                      <a:pt x="488121" y="409767"/>
                    </a:moveTo>
                    <a:cubicBezTo>
                      <a:pt x="533198" y="465576"/>
                      <a:pt x="410846" y="692681"/>
                      <a:pt x="376072" y="855388"/>
                    </a:cubicBezTo>
                    <a:cubicBezTo>
                      <a:pt x="489409" y="838216"/>
                      <a:pt x="600169" y="850665"/>
                      <a:pt x="716082" y="803871"/>
                    </a:cubicBezTo>
                    <a:cubicBezTo>
                      <a:pt x="761588" y="800437"/>
                      <a:pt x="808382" y="816321"/>
                      <a:pt x="852601" y="793568"/>
                    </a:cubicBezTo>
                    <a:cubicBezTo>
                      <a:pt x="845303" y="743338"/>
                      <a:pt x="867627" y="646745"/>
                      <a:pt x="772750" y="588788"/>
                    </a:cubicBezTo>
                    <a:cubicBezTo>
                      <a:pt x="729391" y="552726"/>
                      <a:pt x="648681" y="519241"/>
                      <a:pt x="565395" y="492193"/>
                    </a:cubicBezTo>
                    <a:cubicBezTo>
                      <a:pt x="534486" y="468582"/>
                      <a:pt x="515167" y="433379"/>
                      <a:pt x="488121" y="409767"/>
                    </a:cubicBezTo>
                    <a:close/>
                    <a:moveTo>
                      <a:pt x="314467" y="207"/>
                    </a:moveTo>
                    <a:cubicBezTo>
                      <a:pt x="302302" y="922"/>
                      <a:pt x="297652" y="4142"/>
                      <a:pt x="285488" y="8794"/>
                    </a:cubicBezTo>
                    <a:cubicBezTo>
                      <a:pt x="273325" y="13444"/>
                      <a:pt x="253826" y="20241"/>
                      <a:pt x="241485" y="28112"/>
                    </a:cubicBezTo>
                    <a:cubicBezTo>
                      <a:pt x="229142" y="35983"/>
                      <a:pt x="220377" y="43853"/>
                      <a:pt x="211433" y="56017"/>
                    </a:cubicBezTo>
                    <a:cubicBezTo>
                      <a:pt x="202489" y="68180"/>
                      <a:pt x="193724" y="87320"/>
                      <a:pt x="187821" y="101095"/>
                    </a:cubicBezTo>
                    <a:cubicBezTo>
                      <a:pt x="181919" y="114868"/>
                      <a:pt x="176194" y="121665"/>
                      <a:pt x="176015" y="138658"/>
                    </a:cubicBezTo>
                    <a:cubicBezTo>
                      <a:pt x="175837" y="155652"/>
                      <a:pt x="182813" y="191249"/>
                      <a:pt x="186748" y="203055"/>
                    </a:cubicBezTo>
                    <a:lnTo>
                      <a:pt x="187520" y="204007"/>
                    </a:lnTo>
                    <a:lnTo>
                      <a:pt x="191027" y="223887"/>
                    </a:lnTo>
                    <a:cubicBezTo>
                      <a:pt x="185407" y="222374"/>
                      <a:pt x="182724" y="232570"/>
                      <a:pt x="184333" y="241693"/>
                    </a:cubicBezTo>
                    <a:cubicBezTo>
                      <a:pt x="185943" y="250815"/>
                      <a:pt x="196139" y="265841"/>
                      <a:pt x="198822" y="277111"/>
                    </a:cubicBezTo>
                    <a:cubicBezTo>
                      <a:pt x="201505" y="288380"/>
                      <a:pt x="200298" y="299113"/>
                      <a:pt x="200432" y="309308"/>
                    </a:cubicBezTo>
                    <a:cubicBezTo>
                      <a:pt x="200566" y="319505"/>
                      <a:pt x="198285" y="331579"/>
                      <a:pt x="199627" y="338286"/>
                    </a:cubicBezTo>
                    <a:cubicBezTo>
                      <a:pt x="200969" y="344995"/>
                      <a:pt x="205128" y="346739"/>
                      <a:pt x="208482" y="349556"/>
                    </a:cubicBezTo>
                    <a:cubicBezTo>
                      <a:pt x="211836" y="352373"/>
                      <a:pt x="218275" y="343385"/>
                      <a:pt x="219751" y="355191"/>
                    </a:cubicBezTo>
                    <a:cubicBezTo>
                      <a:pt x="221227" y="366997"/>
                      <a:pt x="229008" y="395036"/>
                      <a:pt x="236655" y="410733"/>
                    </a:cubicBezTo>
                    <a:cubicBezTo>
                      <a:pt x="244301" y="426429"/>
                      <a:pt x="259999" y="439845"/>
                      <a:pt x="265633" y="449370"/>
                    </a:cubicBezTo>
                    <a:cubicBezTo>
                      <a:pt x="271268" y="458895"/>
                      <a:pt x="266438" y="460372"/>
                      <a:pt x="270463" y="467884"/>
                    </a:cubicBezTo>
                    <a:cubicBezTo>
                      <a:pt x="274487" y="475397"/>
                      <a:pt x="281330" y="484118"/>
                      <a:pt x="289781" y="494447"/>
                    </a:cubicBezTo>
                    <a:cubicBezTo>
                      <a:pt x="298233" y="504778"/>
                      <a:pt x="311246" y="524097"/>
                      <a:pt x="321175" y="529866"/>
                    </a:cubicBezTo>
                    <a:cubicBezTo>
                      <a:pt x="331102" y="535634"/>
                      <a:pt x="333383" y="536305"/>
                      <a:pt x="349348" y="529061"/>
                    </a:cubicBezTo>
                    <a:cubicBezTo>
                      <a:pt x="365312" y="521816"/>
                      <a:pt x="399657" y="499680"/>
                      <a:pt x="416963" y="486398"/>
                    </a:cubicBezTo>
                    <a:cubicBezTo>
                      <a:pt x="434270" y="473116"/>
                      <a:pt x="444331" y="459298"/>
                      <a:pt x="453186" y="449370"/>
                    </a:cubicBezTo>
                    <a:cubicBezTo>
                      <a:pt x="462041" y="439443"/>
                      <a:pt x="466601" y="434746"/>
                      <a:pt x="470089" y="426831"/>
                    </a:cubicBezTo>
                    <a:cubicBezTo>
                      <a:pt x="473577" y="418917"/>
                      <a:pt x="471968" y="409526"/>
                      <a:pt x="474115" y="401878"/>
                    </a:cubicBezTo>
                    <a:cubicBezTo>
                      <a:pt x="476261" y="394231"/>
                      <a:pt x="480688" y="390341"/>
                      <a:pt x="482969" y="380949"/>
                    </a:cubicBezTo>
                    <a:cubicBezTo>
                      <a:pt x="485249" y="371558"/>
                      <a:pt x="484847" y="352373"/>
                      <a:pt x="487799" y="345532"/>
                    </a:cubicBezTo>
                    <a:cubicBezTo>
                      <a:pt x="490750" y="338689"/>
                      <a:pt x="496788" y="343787"/>
                      <a:pt x="500678" y="339897"/>
                    </a:cubicBezTo>
                    <a:cubicBezTo>
                      <a:pt x="504569" y="336006"/>
                      <a:pt x="508996" y="331177"/>
                      <a:pt x="511142" y="322188"/>
                    </a:cubicBezTo>
                    <a:cubicBezTo>
                      <a:pt x="513289" y="313199"/>
                      <a:pt x="511947" y="299515"/>
                      <a:pt x="513557" y="285965"/>
                    </a:cubicBezTo>
                    <a:cubicBezTo>
                      <a:pt x="515167" y="272415"/>
                      <a:pt x="520131" y="252425"/>
                      <a:pt x="520801" y="240888"/>
                    </a:cubicBezTo>
                    <a:cubicBezTo>
                      <a:pt x="521473" y="229350"/>
                      <a:pt x="520131" y="222508"/>
                      <a:pt x="517582" y="216739"/>
                    </a:cubicBezTo>
                    <a:lnTo>
                      <a:pt x="505508" y="206274"/>
                    </a:lnTo>
                    <a:cubicBezTo>
                      <a:pt x="501482" y="205872"/>
                      <a:pt x="496788" y="209897"/>
                      <a:pt x="493433" y="214324"/>
                    </a:cubicBezTo>
                    <a:cubicBezTo>
                      <a:pt x="490893" y="217677"/>
                      <a:pt x="489661" y="229032"/>
                      <a:pt x="487525" y="232413"/>
                    </a:cubicBezTo>
                    <a:lnTo>
                      <a:pt x="486770" y="223363"/>
                    </a:lnTo>
                    <a:lnTo>
                      <a:pt x="488165" y="195462"/>
                    </a:lnTo>
                    <a:lnTo>
                      <a:pt x="490482" y="198762"/>
                    </a:lnTo>
                    <a:cubicBezTo>
                      <a:pt x="492986" y="200550"/>
                      <a:pt x="494238" y="195185"/>
                      <a:pt x="496921" y="194469"/>
                    </a:cubicBezTo>
                    <a:cubicBezTo>
                      <a:pt x="499604" y="193754"/>
                      <a:pt x="503002" y="193217"/>
                      <a:pt x="506581" y="194469"/>
                    </a:cubicBezTo>
                    <a:cubicBezTo>
                      <a:pt x="510158" y="195721"/>
                      <a:pt x="516419" y="202876"/>
                      <a:pt x="518386" y="201981"/>
                    </a:cubicBezTo>
                    <a:cubicBezTo>
                      <a:pt x="519370" y="201534"/>
                      <a:pt x="519370" y="200774"/>
                      <a:pt x="519124" y="198896"/>
                    </a:cubicBezTo>
                    <a:lnTo>
                      <a:pt x="518386" y="189102"/>
                    </a:lnTo>
                    <a:cubicBezTo>
                      <a:pt x="518391" y="189053"/>
                      <a:pt x="521603" y="159753"/>
                      <a:pt x="518386" y="142952"/>
                    </a:cubicBezTo>
                    <a:cubicBezTo>
                      <a:pt x="515167" y="126137"/>
                      <a:pt x="506760" y="103778"/>
                      <a:pt x="499068" y="88215"/>
                    </a:cubicBezTo>
                    <a:cubicBezTo>
                      <a:pt x="491376" y="72652"/>
                      <a:pt x="479213" y="57627"/>
                      <a:pt x="472236" y="49577"/>
                    </a:cubicBezTo>
                    <a:cubicBezTo>
                      <a:pt x="465260" y="41528"/>
                      <a:pt x="466154" y="44211"/>
                      <a:pt x="457210" y="39918"/>
                    </a:cubicBezTo>
                    <a:cubicBezTo>
                      <a:pt x="448266" y="35625"/>
                      <a:pt x="435030" y="29722"/>
                      <a:pt x="418572" y="23818"/>
                    </a:cubicBezTo>
                    <a:cubicBezTo>
                      <a:pt x="402117" y="17916"/>
                      <a:pt x="375821" y="8435"/>
                      <a:pt x="358470" y="4500"/>
                    </a:cubicBezTo>
                    <a:cubicBezTo>
                      <a:pt x="341118" y="564"/>
                      <a:pt x="326630" y="-509"/>
                      <a:pt x="314467" y="207"/>
                    </a:cubicBezTo>
                    <a:close/>
                  </a:path>
                </a:pathLst>
              </a:custGeom>
              <a:solidFill>
                <a:schemeClr val="tx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2303" tIns="41153" rIns="82303" bIns="41153" rtlCol="0" anchor="ctr"/>
              <a:lstStyle/>
              <a:p>
                <a:pPr algn="ctr" defTabSz="617220"/>
                <a:endParaRPr lang="en-US" sz="2160" dirty="0">
                  <a:solidFill>
                    <a:prstClr val="white"/>
                  </a:solidFill>
                  <a:latin typeface="微软雅黑" panose="020B0503020204020204" pitchFamily="34" charset="-122"/>
                  <a:ea typeface="幼圆" panose="02010509060101010101" charset="-122"/>
                </a:endParaRPr>
              </a:p>
            </p:txBody>
          </p:sp>
        </p:grpSp>
      </p:grpSp>
      <p:grpSp>
        <p:nvGrpSpPr>
          <p:cNvPr id="55" name="组合 54"/>
          <p:cNvGrpSpPr/>
          <p:nvPr/>
        </p:nvGrpSpPr>
        <p:grpSpPr>
          <a:xfrm>
            <a:off x="2536014" y="5462845"/>
            <a:ext cx="3307347" cy="497207"/>
            <a:chOff x="2953483" y="3742767"/>
            <a:chExt cx="2756119" cy="414338"/>
          </a:xfrm>
        </p:grpSpPr>
        <p:sp>
          <p:nvSpPr>
            <p:cNvPr id="56" name="文本框 8"/>
            <p:cNvSpPr txBox="1"/>
            <p:nvPr/>
          </p:nvSpPr>
          <p:spPr>
            <a:xfrm>
              <a:off x="3541080" y="3777575"/>
              <a:ext cx="2168522" cy="313266"/>
            </a:xfrm>
            <a:prstGeom prst="rect">
              <a:avLst/>
            </a:prstGeom>
            <a:noFill/>
          </p:spPr>
          <p:txBody>
            <a:bodyPr wrap="none" lIns="82296" tIns="41148" rIns="82296" bIns="41148" rtlCol="0">
              <a:spAutoFit/>
            </a:bodyPr>
            <a:lstStyle/>
            <a:p>
              <a:pPr defTabSz="1097280"/>
              <a:r>
                <a:rPr lang="zh-CN" altLang="en-US" sz="1920" b="1" dirty="0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汇报人：田韵、</a:t>
              </a:r>
              <a:r>
                <a:rPr lang="zh-CN" altLang="en-US" sz="1920" b="1" dirty="0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匡欣怡</a:t>
              </a:r>
              <a:endParaRPr lang="zh-CN" altLang="en-US" sz="192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57" name="组合 56"/>
            <p:cNvGrpSpPr/>
            <p:nvPr/>
          </p:nvGrpSpPr>
          <p:grpSpPr>
            <a:xfrm>
              <a:off x="2953483" y="3742767"/>
              <a:ext cx="414338" cy="414338"/>
              <a:chOff x="3937978" y="5180856"/>
              <a:chExt cx="552450" cy="552450"/>
            </a:xfrm>
          </p:grpSpPr>
          <p:sp>
            <p:nvSpPr>
              <p:cNvPr id="58" name="椭圆 57"/>
              <p:cNvSpPr/>
              <p:nvPr/>
            </p:nvSpPr>
            <p:spPr>
              <a:xfrm>
                <a:off x="3937978" y="5180856"/>
                <a:ext cx="552450" cy="552450"/>
              </a:xfrm>
              <a:prstGeom prst="ellipse">
                <a:avLst/>
              </a:prstGeom>
              <a:solidFill>
                <a:srgbClr val="FFFFFF">
                  <a:alpha val="6117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1097280"/>
                <a:r>
                  <a:rPr lang="en-US" altLang="zh-CN" sz="2160" dirty="0">
                    <a:solidFill>
                      <a:prstClr val="white"/>
                    </a:solidFill>
                    <a:latin typeface="Calibri" panose="020F0502020204030204"/>
                    <a:ea typeface="幼圆" panose="02010509060101010101" charset="-122"/>
                  </a:rPr>
                  <a:t>X</a:t>
                </a:r>
                <a:endParaRPr lang="zh-CN" altLang="en-US" sz="2160" dirty="0">
                  <a:solidFill>
                    <a:prstClr val="white"/>
                  </a:solidFill>
                  <a:latin typeface="Calibri" panose="020F0502020204030204"/>
                  <a:ea typeface="幼圆" panose="02010509060101010101" charset="-122"/>
                </a:endParaRPr>
              </a:p>
            </p:txBody>
          </p:sp>
          <p:grpSp>
            <p:nvGrpSpPr>
              <p:cNvPr id="59" name="Group 38"/>
              <p:cNvGrpSpPr/>
              <p:nvPr/>
            </p:nvGrpSpPr>
            <p:grpSpPr>
              <a:xfrm>
                <a:off x="4022991" y="5324161"/>
                <a:ext cx="348415" cy="247981"/>
                <a:chOff x="5326857" y="2779521"/>
                <a:chExt cx="2283619" cy="2167129"/>
              </a:xfrm>
              <a:solidFill>
                <a:schemeClr val="bg1"/>
              </a:solidFill>
            </p:grpSpPr>
            <p:sp>
              <p:nvSpPr>
                <p:cNvPr id="60" name="Freeform 45"/>
                <p:cNvSpPr/>
                <p:nvPr/>
              </p:nvSpPr>
              <p:spPr>
                <a:xfrm>
                  <a:off x="5326857" y="3228975"/>
                  <a:ext cx="1147085" cy="1083469"/>
                </a:xfrm>
                <a:custGeom>
                  <a:avLst/>
                  <a:gdLst>
                    <a:gd name="connsiteX0" fmla="*/ 1090612 w 1147085"/>
                    <a:gd name="connsiteY0" fmla="*/ 0 h 1083469"/>
                    <a:gd name="connsiteX1" fmla="*/ 1147085 w 1147085"/>
                    <a:gd name="connsiteY1" fmla="*/ 460567 h 1083469"/>
                    <a:gd name="connsiteX2" fmla="*/ 1078295 w 1147085"/>
                    <a:gd name="connsiteY2" fmla="*/ 504743 h 1083469"/>
                    <a:gd name="connsiteX3" fmla="*/ 1025237 w 1147085"/>
                    <a:gd name="connsiteY3" fmla="*/ 72025 h 1083469"/>
                    <a:gd name="connsiteX4" fmla="*/ 79622 w 1147085"/>
                    <a:gd name="connsiteY4" fmla="*/ 171129 h 1083469"/>
                    <a:gd name="connsiteX5" fmla="*/ 186985 w 1147085"/>
                    <a:gd name="connsiteY5" fmla="*/ 990798 h 1083469"/>
                    <a:gd name="connsiteX6" fmla="*/ 186985 w 1147085"/>
                    <a:gd name="connsiteY6" fmla="*/ 1011445 h 1083469"/>
                    <a:gd name="connsiteX7" fmla="*/ 977729 w 1147085"/>
                    <a:gd name="connsiteY7" fmla="*/ 857154 h 1083469"/>
                    <a:gd name="connsiteX8" fmla="*/ 977729 w 1147085"/>
                    <a:gd name="connsiteY8" fmla="*/ 916854 h 1083469"/>
                    <a:gd name="connsiteX9" fmla="*/ 123825 w 1147085"/>
                    <a:gd name="connsiteY9" fmla="*/ 1083469 h 1083469"/>
                    <a:gd name="connsiteX10" fmla="*/ 0 w 1147085"/>
                    <a:gd name="connsiteY10" fmla="*/ 114300 h 1083469"/>
                    <a:gd name="connsiteX11" fmla="*/ 1090612 w 1147085"/>
                    <a:gd name="connsiteY11" fmla="*/ 0 h 1083469"/>
                    <a:gd name="connsiteX0-1" fmla="*/ 1090612 w 1147085"/>
                    <a:gd name="connsiteY0-2" fmla="*/ 0 h 1083469"/>
                    <a:gd name="connsiteX1-3" fmla="*/ 1147085 w 1147085"/>
                    <a:gd name="connsiteY1-4" fmla="*/ 460567 h 1083469"/>
                    <a:gd name="connsiteX2-5" fmla="*/ 1078295 w 1147085"/>
                    <a:gd name="connsiteY2-6" fmla="*/ 504743 h 1083469"/>
                    <a:gd name="connsiteX3-7" fmla="*/ 1025237 w 1147085"/>
                    <a:gd name="connsiteY3-8" fmla="*/ 72025 h 1083469"/>
                    <a:gd name="connsiteX4-9" fmla="*/ 79622 w 1147085"/>
                    <a:gd name="connsiteY4-10" fmla="*/ 171129 h 1083469"/>
                    <a:gd name="connsiteX5-11" fmla="*/ 186985 w 1147085"/>
                    <a:gd name="connsiteY5-12" fmla="*/ 1011445 h 1083469"/>
                    <a:gd name="connsiteX6-13" fmla="*/ 977729 w 1147085"/>
                    <a:gd name="connsiteY6-14" fmla="*/ 857154 h 1083469"/>
                    <a:gd name="connsiteX7-15" fmla="*/ 977729 w 1147085"/>
                    <a:gd name="connsiteY7-16" fmla="*/ 916854 h 1083469"/>
                    <a:gd name="connsiteX8-17" fmla="*/ 123825 w 1147085"/>
                    <a:gd name="connsiteY8-18" fmla="*/ 1083469 h 1083469"/>
                    <a:gd name="connsiteX9-19" fmla="*/ 0 w 1147085"/>
                    <a:gd name="connsiteY9-20" fmla="*/ 114300 h 1083469"/>
                    <a:gd name="connsiteX10-21" fmla="*/ 1090612 w 1147085"/>
                    <a:gd name="connsiteY10-22" fmla="*/ 0 h 1083469"/>
                  </a:gdLst>
                  <a:ahLst/>
                  <a:cxnLst>
                    <a:cxn ang="0">
                      <a:pos x="connsiteX0-1" y="connsiteY0-2"/>
                    </a:cxn>
                    <a:cxn ang="0">
                      <a:pos x="connsiteX1-3" y="connsiteY1-4"/>
                    </a:cxn>
                    <a:cxn ang="0">
                      <a:pos x="connsiteX2-5" y="connsiteY2-6"/>
                    </a:cxn>
                    <a:cxn ang="0">
                      <a:pos x="connsiteX3-7" y="connsiteY3-8"/>
                    </a:cxn>
                    <a:cxn ang="0">
                      <a:pos x="connsiteX4-9" y="connsiteY4-10"/>
                    </a:cxn>
                    <a:cxn ang="0">
                      <a:pos x="connsiteX5-11" y="connsiteY5-12"/>
                    </a:cxn>
                    <a:cxn ang="0">
                      <a:pos x="connsiteX6-13" y="connsiteY6-14"/>
                    </a:cxn>
                    <a:cxn ang="0">
                      <a:pos x="connsiteX7-15" y="connsiteY7-16"/>
                    </a:cxn>
                    <a:cxn ang="0">
                      <a:pos x="connsiteX8-17" y="connsiteY8-18"/>
                    </a:cxn>
                    <a:cxn ang="0">
                      <a:pos x="connsiteX9-19" y="connsiteY9-20"/>
                    </a:cxn>
                    <a:cxn ang="0">
                      <a:pos x="connsiteX10-21" y="connsiteY10-22"/>
                    </a:cxn>
                  </a:cxnLst>
                  <a:rect l="l" t="t" r="r" b="b"/>
                  <a:pathLst>
                    <a:path w="1147085" h="1083469">
                      <a:moveTo>
                        <a:pt x="1090612" y="0"/>
                      </a:moveTo>
                      <a:lnTo>
                        <a:pt x="1147085" y="460567"/>
                      </a:lnTo>
                      <a:cubicBezTo>
                        <a:pt x="1121629" y="471368"/>
                        <a:pt x="1098257" y="486098"/>
                        <a:pt x="1078295" y="504743"/>
                      </a:cubicBezTo>
                      <a:lnTo>
                        <a:pt x="1025237" y="72025"/>
                      </a:lnTo>
                      <a:lnTo>
                        <a:pt x="79622" y="171129"/>
                      </a:lnTo>
                      <a:lnTo>
                        <a:pt x="186985" y="1011445"/>
                      </a:lnTo>
                      <a:lnTo>
                        <a:pt x="977729" y="857154"/>
                      </a:lnTo>
                      <a:lnTo>
                        <a:pt x="977729" y="916854"/>
                      </a:lnTo>
                      <a:lnTo>
                        <a:pt x="123825" y="1083469"/>
                      </a:lnTo>
                      <a:lnTo>
                        <a:pt x="0" y="114300"/>
                      </a:lnTo>
                      <a:lnTo>
                        <a:pt x="1090612" y="0"/>
                      </a:lnTo>
                      <a:close/>
                    </a:path>
                  </a:pathLst>
                </a:custGeom>
                <a:solidFill>
                  <a:schemeClr val="tx2">
                    <a:lumMod val="75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109723" tIns="54863" rIns="109723" bIns="54863" numCol="1" rtlCol="0" anchor="ctr" anchorCtr="0" compatLnSpc="1"/>
                <a:lstStyle/>
                <a:p>
                  <a:pPr algn="ctr" defTabSz="617220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1560" dirty="0">
                    <a:solidFill>
                      <a:prstClr val="white"/>
                    </a:solidFill>
                    <a:latin typeface="Calibri" panose="020F0502020204030204"/>
                    <a:ea typeface="幼圆" panose="02010509060101010101" charset="-122"/>
                  </a:endParaRPr>
                </a:p>
              </p:txBody>
            </p:sp>
            <p:sp>
              <p:nvSpPr>
                <p:cNvPr id="61" name="Oval 23"/>
                <p:cNvSpPr/>
                <p:nvPr/>
              </p:nvSpPr>
              <p:spPr bwMode="auto">
                <a:xfrm>
                  <a:off x="5472973" y="4217016"/>
                  <a:ext cx="831613" cy="51532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1613" h="515322">
                      <a:moveTo>
                        <a:pt x="656506" y="0"/>
                      </a:moveTo>
                      <a:cubicBezTo>
                        <a:pt x="722980" y="12459"/>
                        <a:pt x="782484" y="33487"/>
                        <a:pt x="831613" y="60220"/>
                      </a:cubicBezTo>
                      <a:lnTo>
                        <a:pt x="831613" y="156807"/>
                      </a:lnTo>
                      <a:lnTo>
                        <a:pt x="790343" y="156807"/>
                      </a:lnTo>
                      <a:cubicBezTo>
                        <a:pt x="689578" y="156807"/>
                        <a:pt x="607892" y="247187"/>
                        <a:pt x="607892" y="358678"/>
                      </a:cubicBezTo>
                      <a:cubicBezTo>
                        <a:pt x="607892" y="412735"/>
                        <a:pt x="627095" y="461830"/>
                        <a:pt x="658968" y="497546"/>
                      </a:cubicBezTo>
                      <a:cubicBezTo>
                        <a:pt x="605816" y="509342"/>
                        <a:pt x="548050" y="515322"/>
                        <a:pt x="487726" y="515322"/>
                      </a:cubicBezTo>
                      <a:cubicBezTo>
                        <a:pt x="218362" y="515322"/>
                        <a:pt x="0" y="396081"/>
                        <a:pt x="0" y="248990"/>
                      </a:cubicBezTo>
                      <a:cubicBezTo>
                        <a:pt x="0" y="198934"/>
                        <a:pt x="25288" y="152104"/>
                        <a:pt x="70263" y="113194"/>
                      </a:cubicBezTo>
                      <a:close/>
                    </a:path>
                  </a:pathLst>
                </a:custGeom>
                <a:solidFill>
                  <a:schemeClr val="tx2">
                    <a:lumMod val="75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109723" tIns="54863" rIns="109723" bIns="54863" numCol="1" rtlCol="0" anchor="ctr" anchorCtr="0" compatLnSpc="1"/>
                <a:lstStyle/>
                <a:p>
                  <a:pPr algn="ctr" defTabSz="617220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1560" dirty="0">
                    <a:solidFill>
                      <a:prstClr val="white"/>
                    </a:solidFill>
                    <a:latin typeface="Calibri" panose="020F0502020204030204"/>
                    <a:ea typeface="幼圆" panose="02010509060101010101" charset="-122"/>
                  </a:endParaRPr>
                </a:p>
              </p:txBody>
            </p:sp>
            <p:sp>
              <p:nvSpPr>
                <p:cNvPr id="62" name="Rounded Rectangle 13"/>
                <p:cNvSpPr/>
                <p:nvPr/>
              </p:nvSpPr>
              <p:spPr bwMode="auto">
                <a:xfrm>
                  <a:off x="6127748" y="3705225"/>
                  <a:ext cx="1375518" cy="1241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75518" h="1241425">
                      <a:moveTo>
                        <a:pt x="880211" y="0"/>
                      </a:moveTo>
                      <a:lnTo>
                        <a:pt x="1125002" y="0"/>
                      </a:lnTo>
                      <a:cubicBezTo>
                        <a:pt x="1202113" y="0"/>
                        <a:pt x="1271265" y="34077"/>
                        <a:pt x="1317403" y="88704"/>
                      </a:cubicBezTo>
                      <a:cubicBezTo>
                        <a:pt x="1244331" y="103169"/>
                        <a:pt x="1190628" y="168346"/>
                        <a:pt x="1190628" y="246066"/>
                      </a:cubicBezTo>
                      <a:lnTo>
                        <a:pt x="1190628" y="708029"/>
                      </a:lnTo>
                      <a:lnTo>
                        <a:pt x="929175" y="708029"/>
                      </a:lnTo>
                      <a:lnTo>
                        <a:pt x="803618" y="172438"/>
                      </a:lnTo>
                      <a:close/>
                      <a:moveTo>
                        <a:pt x="481554" y="0"/>
                      </a:moveTo>
                      <a:lnTo>
                        <a:pt x="726347" y="0"/>
                      </a:lnTo>
                      <a:lnTo>
                        <a:pt x="802940" y="172436"/>
                      </a:lnTo>
                      <a:lnTo>
                        <a:pt x="674361" y="720915"/>
                      </a:lnTo>
                      <a:cubicBezTo>
                        <a:pt x="614856" y="745801"/>
                        <a:pt x="573090" y="804586"/>
                        <a:pt x="573090" y="873128"/>
                      </a:cubicBezTo>
                      <a:cubicBezTo>
                        <a:pt x="573090" y="964310"/>
                        <a:pt x="647007" y="1038227"/>
                        <a:pt x="738189" y="1038227"/>
                      </a:cubicBezTo>
                      <a:lnTo>
                        <a:pt x="1375518" y="1038227"/>
                      </a:lnTo>
                      <a:cubicBezTo>
                        <a:pt x="1351252" y="1154299"/>
                        <a:pt x="1248302" y="1241425"/>
                        <a:pt x="1125002" y="1241425"/>
                      </a:cubicBezTo>
                      <a:lnTo>
                        <a:pt x="481554" y="1241425"/>
                      </a:lnTo>
                      <a:cubicBezTo>
                        <a:pt x="358254" y="1241425"/>
                        <a:pt x="255302" y="1154298"/>
                        <a:pt x="231037" y="1038224"/>
                      </a:cubicBezTo>
                      <a:lnTo>
                        <a:pt x="165099" y="1038224"/>
                      </a:lnTo>
                      <a:cubicBezTo>
                        <a:pt x="73917" y="1038224"/>
                        <a:pt x="0" y="964307"/>
                        <a:pt x="0" y="873125"/>
                      </a:cubicBezTo>
                      <a:cubicBezTo>
                        <a:pt x="0" y="781943"/>
                        <a:pt x="73917" y="708026"/>
                        <a:pt x="165099" y="708026"/>
                      </a:cubicBezTo>
                      <a:lnTo>
                        <a:pt x="225428" y="708026"/>
                      </a:lnTo>
                      <a:lnTo>
                        <a:pt x="225428" y="256126"/>
                      </a:lnTo>
                      <a:cubicBezTo>
                        <a:pt x="225428" y="114672"/>
                        <a:pt x="340100" y="0"/>
                        <a:pt x="481554" y="0"/>
                      </a:cubicBezTo>
                      <a:close/>
                    </a:path>
                  </a:pathLst>
                </a:custGeom>
                <a:solidFill>
                  <a:schemeClr val="tx2">
                    <a:lumMod val="75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109723" tIns="54863" rIns="109723" bIns="54863" numCol="1" rtlCol="0" anchor="ctr" anchorCtr="0" compatLnSpc="1"/>
                <a:lstStyle/>
                <a:p>
                  <a:pPr algn="ctr" defTabSz="617220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1560" dirty="0">
                    <a:solidFill>
                      <a:prstClr val="white"/>
                    </a:solidFill>
                    <a:latin typeface="Calibri" panose="020F0502020204030204"/>
                    <a:ea typeface="幼圆" panose="02010509060101010101" charset="-122"/>
                  </a:endParaRPr>
                </a:p>
              </p:txBody>
            </p:sp>
            <p:sp>
              <p:nvSpPr>
                <p:cNvPr id="63" name="Oval 57"/>
                <p:cNvSpPr/>
                <p:nvPr/>
              </p:nvSpPr>
              <p:spPr bwMode="auto">
                <a:xfrm>
                  <a:off x="6524624" y="2779521"/>
                  <a:ext cx="835025" cy="835025"/>
                </a:xfrm>
                <a:prstGeom prst="ellipse">
                  <a:avLst/>
                </a:prstGeom>
                <a:solidFill>
                  <a:schemeClr val="tx2">
                    <a:lumMod val="75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109723" tIns="54863" rIns="109723" bIns="54863" numCol="1" rtlCol="0" anchor="ctr" anchorCtr="0" compatLnSpc="1"/>
                <a:lstStyle/>
                <a:p>
                  <a:pPr algn="ctr" defTabSz="617220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1560" dirty="0">
                    <a:solidFill>
                      <a:prstClr val="white"/>
                    </a:solidFill>
                    <a:latin typeface="Calibri" panose="020F0502020204030204"/>
                    <a:ea typeface="幼圆" panose="02010509060101010101" charset="-122"/>
                  </a:endParaRPr>
                </a:p>
              </p:txBody>
            </p:sp>
            <p:sp>
              <p:nvSpPr>
                <p:cNvPr id="64" name="Rounded Rectangle 14"/>
                <p:cNvSpPr/>
                <p:nvPr/>
              </p:nvSpPr>
              <p:spPr bwMode="auto">
                <a:xfrm>
                  <a:off x="6740522" y="3829050"/>
                  <a:ext cx="869954" cy="874713"/>
                </a:xfrm>
                <a:custGeom>
                  <a:avLst/>
                  <a:gdLst>
                    <a:gd name="connsiteX0" fmla="*/ 744540 w 869954"/>
                    <a:gd name="connsiteY0" fmla="*/ 0 h 874713"/>
                    <a:gd name="connsiteX1" fmla="*/ 869954 w 869954"/>
                    <a:gd name="connsiteY1" fmla="*/ 125414 h 874713"/>
                    <a:gd name="connsiteX2" fmla="*/ 869953 w 869954"/>
                    <a:gd name="connsiteY2" fmla="*/ 706437 h 874713"/>
                    <a:gd name="connsiteX3" fmla="*/ 869952 w 869954"/>
                    <a:gd name="connsiteY3" fmla="*/ 749299 h 874713"/>
                    <a:gd name="connsiteX4" fmla="*/ 744538 w 869954"/>
                    <a:gd name="connsiteY4" fmla="*/ 874713 h 874713"/>
                    <a:gd name="connsiteX5" fmla="*/ 125414 w 869954"/>
                    <a:gd name="connsiteY5" fmla="*/ 874712 h 874713"/>
                    <a:gd name="connsiteX6" fmla="*/ 0 w 869954"/>
                    <a:gd name="connsiteY6" fmla="*/ 749298 h 874713"/>
                    <a:gd name="connsiteX7" fmla="*/ 1 w 869954"/>
                    <a:gd name="connsiteY7" fmla="*/ 749299 h 874713"/>
                    <a:gd name="connsiteX8" fmla="*/ 125415 w 869954"/>
                    <a:gd name="connsiteY8" fmla="*/ 623885 h 874713"/>
                    <a:gd name="connsiteX9" fmla="*/ 619126 w 869954"/>
                    <a:gd name="connsiteY9" fmla="*/ 623885 h 874713"/>
                    <a:gd name="connsiteX10" fmla="*/ 619126 w 869954"/>
                    <a:gd name="connsiteY10" fmla="*/ 125414 h 874713"/>
                    <a:gd name="connsiteX11" fmla="*/ 744540 w 869954"/>
                    <a:gd name="connsiteY11" fmla="*/ 0 h 8747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869954" h="874713">
                      <a:moveTo>
                        <a:pt x="744540" y="0"/>
                      </a:moveTo>
                      <a:cubicBezTo>
                        <a:pt x="813804" y="0"/>
                        <a:pt x="869954" y="56150"/>
                        <a:pt x="869954" y="125414"/>
                      </a:cubicBezTo>
                      <a:cubicBezTo>
                        <a:pt x="869954" y="319088"/>
                        <a:pt x="869953" y="512763"/>
                        <a:pt x="869953" y="706437"/>
                      </a:cubicBezTo>
                      <a:cubicBezTo>
                        <a:pt x="869953" y="720724"/>
                        <a:pt x="869952" y="735012"/>
                        <a:pt x="869952" y="749299"/>
                      </a:cubicBezTo>
                      <a:cubicBezTo>
                        <a:pt x="869952" y="818563"/>
                        <a:pt x="813802" y="874713"/>
                        <a:pt x="744538" y="874713"/>
                      </a:cubicBezTo>
                      <a:lnTo>
                        <a:pt x="125414" y="874712"/>
                      </a:lnTo>
                      <a:cubicBezTo>
                        <a:pt x="56150" y="874712"/>
                        <a:pt x="0" y="818562"/>
                        <a:pt x="0" y="749298"/>
                      </a:cubicBezTo>
                      <a:lnTo>
                        <a:pt x="1" y="749299"/>
                      </a:lnTo>
                      <a:cubicBezTo>
                        <a:pt x="1" y="680035"/>
                        <a:pt x="56151" y="623885"/>
                        <a:pt x="125415" y="623885"/>
                      </a:cubicBezTo>
                      <a:lnTo>
                        <a:pt x="619126" y="623885"/>
                      </a:lnTo>
                      <a:lnTo>
                        <a:pt x="619126" y="125414"/>
                      </a:lnTo>
                      <a:cubicBezTo>
                        <a:pt x="619126" y="56150"/>
                        <a:pt x="675276" y="0"/>
                        <a:pt x="744540" y="0"/>
                      </a:cubicBezTo>
                      <a:close/>
                    </a:path>
                  </a:pathLst>
                </a:custGeom>
                <a:solidFill>
                  <a:schemeClr val="tx2">
                    <a:lumMod val="75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vert="horz" wrap="square" lIns="109723" tIns="54863" rIns="109723" bIns="54863" numCol="1" rtlCol="0" anchor="ctr" anchorCtr="0" compatLnSpc="1"/>
                <a:lstStyle/>
                <a:p>
                  <a:pPr algn="ctr" defTabSz="617220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1560" dirty="0">
                    <a:solidFill>
                      <a:prstClr val="white"/>
                    </a:solidFill>
                    <a:latin typeface="Calibri" panose="020F0502020204030204"/>
                    <a:ea typeface="幼圆" panose="02010509060101010101" charset="-122"/>
                  </a:endParaRPr>
                </a:p>
              </p:txBody>
            </p:sp>
          </p:grpSp>
        </p:grpSp>
      </p:grpSp>
      <p:pic>
        <p:nvPicPr>
          <p:cNvPr id="67" name="图片 66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8377" y="1193399"/>
            <a:ext cx="2100869" cy="210086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11000"/>
    </mc:Choice>
    <mc:Fallback>
      <p:transition spd="slow" advClick="0" advTm="11000"/>
    </mc:Fallback>
  </mc:AlternateContent>
</p:sld>
</file>

<file path=ppt/tags/tag1.xml><?xml version="1.0" encoding="utf-8"?>
<p:tagLst xmlns:p="http://schemas.openxmlformats.org/presentationml/2006/main">
  <p:tag name="KSO_WM_DIAGRAM_VIRTUALLY_FRAME" val="{&quot;height&quot;:315.6644094488189,&quot;left&quot;:510.33314960629923,&quot;top&quot;:97.61346456692914,&quot;width&quot;:350.2384251968504}"/>
</p:tagLst>
</file>

<file path=ppt/tags/tag2.xml><?xml version="1.0" encoding="utf-8"?>
<p:tagLst xmlns:p="http://schemas.openxmlformats.org/presentationml/2006/main">
  <p:tag name="KSO_WM_DIAGRAM_VIRTUALLY_FRAME" val="{&quot;height&quot;:315.6644094488189,&quot;left&quot;:510.33314960629923,&quot;top&quot;:97.61346456692914,&quot;width&quot;:350.2384251968504}"/>
</p:tagLst>
</file>

<file path=ppt/tags/tag3.xml><?xml version="1.0" encoding="utf-8"?>
<p:tagLst xmlns:p="http://schemas.openxmlformats.org/presentationml/2006/main">
  <p:tag name="KSO_WM_DIAGRAM_VIRTUALLY_FRAME" val="{&quot;height&quot;:315.6644094488189,&quot;left&quot;:510.33314960629923,&quot;top&quot;:97.61346456692914,&quot;width&quot;:350.2384251968504}"/>
</p:tagLst>
</file>

<file path=ppt/tags/tag4.xml><?xml version="1.0" encoding="utf-8"?>
<p:tagLst xmlns:p="http://schemas.openxmlformats.org/presentationml/2006/main">
  <p:tag name="KSO_WM_DIAGRAM_VIRTUALLY_FRAME" val="{&quot;height&quot;:315.6644094488189,&quot;left&quot;:510.33314960629923,&quot;top&quot;:97.61346456692914,&quot;width&quot;:350.2384251968504}"/>
</p:tagLst>
</file>

<file path=ppt/tags/tag5.xml><?xml version="1.0" encoding="utf-8"?>
<p:tagLst xmlns:p="http://schemas.openxmlformats.org/presentationml/2006/main">
  <p:tag name="KSO_WM_DIAGRAM_VIRTUALLY_FRAME" val="{&quot;height&quot;:315.6644094488189,&quot;left&quot;:510.33314960629923,&quot;top&quot;:97.61346456692914,&quot;width&quot;:350.2384251968504}"/>
</p:tagLst>
</file>

<file path=ppt/tags/tag6.xml><?xml version="1.0" encoding="utf-8"?>
<p:tagLst xmlns:p="http://schemas.openxmlformats.org/presentationml/2006/main">
  <p:tag name="KSO_WM_DIAGRAM_VIRTUALLY_FRAME" val="{&quot;height&quot;:315.6644094488189,&quot;left&quot;:510.33314960629923,&quot;top&quot;:97.61346456692914,&quot;width&quot;:350.2384251968504}"/>
</p:tagLst>
</file>

<file path=ppt/tags/tag7.xml><?xml version="1.0" encoding="utf-8"?>
<p:tagLst xmlns:p="http://schemas.openxmlformats.org/presentationml/2006/main">
  <p:tag name="KSO_WM_DIAGRAM_VIRTUALLY_FRAME" val="{&quot;height&quot;:315.6644094488189,&quot;left&quot;:510.33314960629923,&quot;top&quot;:97.61346456692914,&quot;width&quot;:350.2384251968504}"/>
</p:tagLst>
</file>

<file path=ppt/tags/tag8.xml><?xml version="1.0" encoding="utf-8"?>
<p:tagLst xmlns:p="http://schemas.openxmlformats.org/presentationml/2006/main">
  <p:tag name="KSO_WM_DIAGRAM_VIRTUALLY_FRAME" val="{&quot;height&quot;:315.6644094488189,&quot;left&quot;:510.33314960629923,&quot;top&quot;:97.61346456692914,&quot;width&quot;:350.2384251968504}"/>
</p:tagLst>
</file>

<file path=ppt/tags/tag9.xml><?xml version="1.0" encoding="utf-8"?>
<p:tagLst xmlns:p="http://schemas.openxmlformats.org/presentationml/2006/main">
  <p:tag name="KSO_WM_DIAGRAM_VIRTUALLY_FRAME" val="{&quot;height&quot;:315.6644094488189,&quot;left&quot;:510.33314960629923,&quot;top&quot;:97.61346456692914,&quot;width&quot;:350.2384251968504}"/>
</p:tagLst>
</file>

<file path=ppt/tags/tag10.xml><?xml version="1.0" encoding="utf-8"?>
<p:tagLst xmlns:p="http://schemas.openxmlformats.org/presentationml/2006/main">
  <p:tag name="KSO_WM_DIAGRAM_VIRTUALLY_FRAME" val="{&quot;height&quot;:315.6644094488189,&quot;left&quot;:510.33314960629923,&quot;top&quot;:97.61346456692914,&quot;width&quot;:350.2384251968504}"/>
</p:tagLst>
</file>

<file path=ppt/tags/tag11.xml><?xml version="1.0" encoding="utf-8"?>
<p:tagLst xmlns:p="http://schemas.openxmlformats.org/presentationml/2006/main">
  <p:tag name="KSO_WM_DIAGRAM_VIRTUALLY_FRAME" val="{&quot;height&quot;:315.6644094488189,&quot;left&quot;:510.33314960629923,&quot;top&quot;:97.61346456692914,&quot;width&quot;:350.2384251968504}"/>
</p:tagLst>
</file>

<file path=ppt/tags/tag12.xml><?xml version="1.0" encoding="utf-8"?>
<p:tagLst xmlns:p="http://schemas.openxmlformats.org/presentationml/2006/main">
  <p:tag name="KSO_WM_DIAGRAM_VIRTUALLY_FRAME" val="{&quot;height&quot;:315.6644094488189,&quot;left&quot;:510.33314960629923,&quot;top&quot;:97.61346456692914,&quot;width&quot;:350.2384251968504}"/>
</p:tagLst>
</file>

<file path=ppt/tags/tag13.xml><?xml version="1.0" encoding="utf-8"?>
<p:tagLst xmlns:p="http://schemas.openxmlformats.org/presentationml/2006/main">
  <p:tag name="KSO_WM_DIAGRAM_VIRTUALLY_FRAME" val="{&quot;height&quot;:315.6644094488189,&quot;left&quot;:510.33314960629923,&quot;top&quot;:97.61346456692914,&quot;width&quot;:350.2384251968504}"/>
</p:tagLst>
</file>

<file path=ppt/tags/tag14.xml><?xml version="1.0" encoding="utf-8"?>
<p:tagLst xmlns:p="http://schemas.openxmlformats.org/presentationml/2006/main">
  <p:tag name="KSO_WM_DIAGRAM_VIRTUALLY_FRAME" val="{&quot;height&quot;:315.6644094488189,&quot;left&quot;:510.33314960629923,&quot;top&quot;:97.61346456692914,&quot;width&quot;:350.2384251968504}"/>
</p:tagLst>
</file>

<file path=ppt/tags/tag15.xml><?xml version="1.0" encoding="utf-8"?>
<p:tagLst xmlns:p="http://schemas.openxmlformats.org/presentationml/2006/main">
  <p:tag name="KSO_WM_DIAGRAM_VIRTUALLY_FRAME" val="{&quot;height&quot;:315.6644094488189,&quot;left&quot;:510.33314960629923,&quot;top&quot;:97.61346456692914,&quot;width&quot;:350.2384251968504}"/>
</p:tagLst>
</file>

<file path=ppt/tags/tag16.xml><?xml version="1.0" encoding="utf-8"?>
<p:tagLst xmlns:p="http://schemas.openxmlformats.org/presentationml/2006/main">
  <p:tag name="KSO_WM_DIAGRAM_VIRTUALLY_FRAME" val="{&quot;height&quot;:226.99685039370075,&quot;left&quot;:47.71653543307087,&quot;top&quot;:228.5015748031496,&quot;width&quot;:864.5669291338581}"/>
</p:tagLst>
</file>

<file path=ppt/tags/tag17.xml><?xml version="1.0" encoding="utf-8"?>
<p:tagLst xmlns:p="http://schemas.openxmlformats.org/presentationml/2006/main">
  <p:tag name="COMMONDATA" val="eyJoZGlkIjoiNmY5NWU4Y2E1ZmQ0MTk4N2E2NWIwYzQ4ZDA2MmNkYTcifQ==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A000120141119A01PPBG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自定义 18">
      <a:majorFont>
        <a:latin typeface="Forte"/>
        <a:ea typeface="华文新魏"/>
        <a:cs typeface=""/>
      </a:majorFont>
      <a:minorFont>
        <a:latin typeface="Calibri"/>
        <a:ea typeface="幼圆"/>
        <a:cs typeface="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290</Words>
  <Application>WPS 演示</Application>
  <PresentationFormat>宽屏</PresentationFormat>
  <Paragraphs>84</Paragraphs>
  <Slides>13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19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13</vt:i4>
      </vt:variant>
    </vt:vector>
  </HeadingPairs>
  <TitlesOfParts>
    <vt:vector size="34" baseType="lpstr">
      <vt:lpstr>Arial</vt:lpstr>
      <vt:lpstr>宋体</vt:lpstr>
      <vt:lpstr>Wingdings</vt:lpstr>
      <vt:lpstr>Calibri</vt:lpstr>
      <vt:lpstr>Calibri</vt:lpstr>
      <vt:lpstr>幼圆</vt:lpstr>
      <vt:lpstr>微软雅黑</vt:lpstr>
      <vt:lpstr>Segoe UI</vt:lpstr>
      <vt:lpstr>方正舒体</vt:lpstr>
      <vt:lpstr>黑体</vt:lpstr>
      <vt:lpstr>OPPOSans H</vt:lpstr>
      <vt:lpstr>Arial Unicode MS</vt:lpstr>
      <vt:lpstr>华文新魏</vt:lpstr>
      <vt:lpstr>Forte</vt:lpstr>
      <vt:lpstr>等线</vt:lpstr>
      <vt:lpstr>Source Han Sans</vt:lpstr>
      <vt:lpstr>等线 Light</vt:lpstr>
      <vt:lpstr>OPPOSans H</vt:lpstr>
      <vt:lpstr>H2O</vt:lpstr>
      <vt:lpstr>Office 主题​​</vt:lpstr>
      <vt:lpstr>A000120141119A01PPBG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admin</dc:creator>
  <cp:lastModifiedBy>kxy</cp:lastModifiedBy>
  <cp:revision>47</cp:revision>
  <dcterms:created xsi:type="dcterms:W3CDTF">2016-07-01T07:52:00Z</dcterms:created>
  <dcterms:modified xsi:type="dcterms:W3CDTF">2026-05-12T10:56:12Z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2052-12.1.0.25865</vt:lpwstr>
  </property>
  <property fmtid="{D5CDD505-2E9C-101B-9397-08002B2CF9AE}" pid="3" name="ICV">
    <vt:lpwstr>3BD5E481609442AAB5E68DFD3C77F17E_13</vt:lpwstr>
  </property>
</Properties>
</file>